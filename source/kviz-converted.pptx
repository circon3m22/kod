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slides/slide29.xml" ContentType="application/vnd.openxmlformats-officedocument.presentationml.slide+xml"/>
  <Override PartName="/ppt/slides/slide26.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7.xml" ContentType="application/vnd.openxmlformats-officedocument.presentationml.slide+xml"/>
  <Override PartName="/ppt/slides/slide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17.xml" ContentType="application/vnd.openxmlformats-officedocument.presentationml.slide+xml"/>
  <Override PartName="/ppt/slides/slide9.xml" ContentType="application/vnd.openxmlformats-officedocument.presentationml.slide+xml"/>
  <Override PartName="/ppt/slides/slide3.xml" ContentType="application/vnd.openxmlformats-officedocument.presentationml.slide+xml"/>
  <Override PartName="/ppt/slides/slide20.xml" ContentType="application/vnd.openxmlformats-officedocument.presentationml.slide+xml"/>
  <Override PartName="/ppt/slides/slide4.xml" ContentType="application/vnd.openxmlformats-officedocument.presentationml.slide+xml"/>
  <Override PartName="/ppt/slides/slide36.xml" ContentType="application/vnd.openxmlformats-officedocument.presentationml.slide+xml"/>
  <Override PartName="/ppt/slides/slide27.xml" ContentType="application/vnd.openxmlformats-officedocument.presentationml.slide+xml"/>
  <Override PartName="/ppt/slides/slide46.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18.xml" ContentType="application/vnd.openxmlformats-officedocument.presentationml.slide+xml"/>
  <Override PartName="/ppt/slides/slide41.xml" ContentType="application/vnd.openxmlformats-officedocument.presentationml.slide+xml"/>
  <Override PartName="/ppt/slides/slide38.xml" ContentType="application/vnd.openxmlformats-officedocument.presentationml.slide+xml"/>
  <Override PartName="/ppt/slides/slide35.xml" ContentType="application/vnd.openxmlformats-officedocument.presentationml.slide+xml"/>
  <Override PartName="/ppt/slides/slide47.xml" ContentType="application/vnd.openxmlformats-officedocument.presentationml.slide+xml"/>
  <Override PartName="/ppt/slides/slide37.xml" ContentType="application/vnd.openxmlformats-officedocument.presentationml.slide+xml"/>
  <Override PartName="/ppt/slides/slide50.xml" ContentType="application/vnd.openxmlformats-officedocument.presentationml.slide+xml"/>
  <Override PartName="/ppt/slides/slide14.xml" ContentType="application/vnd.openxmlformats-officedocument.presentationml.slide+xml"/>
  <Override PartName="/ppt/slides/slide51.xml" ContentType="application/vnd.openxmlformats-officedocument.presentationml.slide+xml"/>
  <Override PartName="/ppt/slides/slide11.xml" ContentType="application/vnd.openxmlformats-officedocument.presentationml.slide+xml"/>
  <Override PartName="/ppt/slides/slide13.xml" ContentType="application/vnd.openxmlformats-officedocument.presentationml.slide+xml"/>
  <Override PartName="/ppt/slides/slide45.xml" ContentType="application/vnd.openxmlformats-officedocument.presentationml.slide+xml"/>
  <Override PartName="/ppt/slides/slide52.xml" ContentType="application/vnd.openxmlformats-officedocument.presentationml.slide+xml"/>
  <Override PartName="/ppt/slides/slide16.xml" ContentType="application/vnd.openxmlformats-officedocument.presentationml.slide+xml"/>
  <Override PartName="/ppt/slides/slide40.xml" ContentType="application/vnd.openxmlformats-officedocument.presentationml.slide+xml"/>
  <Override PartName="/ppt/slides/slide2.xml" ContentType="application/vnd.openxmlformats-officedocument.presentationml.slide+xml"/>
  <Override PartName="/ppt/slides/slide23.xml" ContentType="application/vnd.openxmlformats-officedocument.presentationml.slide+xml"/>
  <Override PartName="/ppt/slides/slide5.xml" ContentType="application/vnd.openxmlformats-officedocument.presentationml.slide+xml"/>
  <Override PartName="/ppt/slides/slide49.xml" ContentType="application/vnd.openxmlformats-officedocument.presentationml.slide+xml"/>
  <Override PartName="/ppt/slides/slide34.xml" ContentType="application/vnd.openxmlformats-officedocument.presentationml.slide+xml"/>
  <Override PartName="/ppt/slides/slide33.xml" ContentType="application/vnd.openxmlformats-officedocument.presentationml.slide+xml"/>
  <Override PartName="/ppt/slides/slide32.xml" ContentType="application/vnd.openxmlformats-officedocument.presentationml.slide+xml"/>
  <Override PartName="/ppt/slides/slide48.xml" ContentType="application/vnd.openxmlformats-officedocument.presentationml.slide+xml"/>
  <Override PartName="/ppt/slides/slide39.xml" ContentType="application/vnd.openxmlformats-officedocument.presentationml.slide+xml"/>
  <Override PartName="/ppt/slides/slide31.xml" ContentType="application/vnd.openxmlformats-officedocument.presentationml.slide+xml"/>
  <Override PartName="/ppt/slides/slide30.xml" ContentType="application/vnd.openxmlformats-officedocument.presentationml.slide+xml"/>
  <Override PartName="/ppt/slides/slide22.xml" ContentType="application/vnd.openxmlformats-officedocument.presentationml.slide+xml"/>
  <Override PartName="/ppt/slides/slide25.xml" ContentType="application/vnd.openxmlformats-officedocument.presentationml.slide+xml"/>
  <Override PartName="/ppt/slides/slide21.xml" ContentType="application/vnd.openxmlformats-officedocument.presentationml.slide+xml"/>
  <Override PartName="/ppt/slides/slide24.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42.xml" ContentType="application/vnd.openxmlformats-officedocument.presentationml.slide+xml"/>
  <Override PartName="/ppt/slides/slide12.xml" ContentType="application/vnd.openxmlformats-officedocument.presentationml.slide+xml"/>
  <Override PartName="/ppt/notesSlides/notesSlide26.xml" ContentType="application/vnd.openxmlformats-officedocument.presentationml.notesSlide+xml"/>
  <Override PartName="/ppt/notesSlides/notesSlide9.xml" ContentType="application/vnd.openxmlformats-officedocument.presentationml.notesSlide+xml"/>
  <Override PartName="/ppt/notesSlides/notesSlide24.xml" ContentType="application/vnd.openxmlformats-officedocument.presentationml.notesSlide+xml"/>
  <Override PartName="/ppt/notesSlides/notesSlide7.xml" ContentType="application/vnd.openxmlformats-officedocument.presentationml.notesSlide+xml"/>
  <Override PartName="/ppt/notesSlides/notesSlide23.xml" ContentType="application/vnd.openxmlformats-officedocument.presentationml.notesSlide+xml"/>
  <Override PartName="/ppt/notesSlides/notesSlide22.xml" ContentType="application/vnd.openxmlformats-officedocument.presentationml.notesSlide+xml"/>
  <Override PartName="/ppt/notesSlides/notesSlide21.xml" ContentType="application/vnd.openxmlformats-officedocument.presentationml.notesSlide+xml"/>
  <Override PartName="/ppt/notesSlides/notesSlide4.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16.xml" ContentType="application/vnd.openxmlformats-officedocument.presentationml.notesSlide+xml"/>
  <Override PartName="/ppt/notesSlides/notesSlide15.xml" ContentType="application/vnd.openxmlformats-officedocument.presentationml.notesSlide+xml"/>
  <Override PartName="/ppt/notesSlides/notesSlide14.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28.xml" ContentType="application/vnd.openxmlformats-officedocument.presentationml.notesSlide+xml"/>
  <Override PartName="/ppt/notesSlides/notesSlide5.xml" ContentType="application/vnd.openxmlformats-officedocument.presentationml.notesSlide+xml"/>
  <Override PartName="/ppt/notesSlides/notesSlide1.xml" ContentType="application/vnd.openxmlformats-officedocument.presentationml.notesSlide+xml"/>
  <Override PartName="/ppt/notesSlides/notesSlide40.xml" ContentType="application/vnd.openxmlformats-officedocument.presentationml.notesSlide+xml"/>
  <Override PartName="/ppt/notesSlides/notesSlide45.xml" ContentType="application/vnd.openxmlformats-officedocument.presentationml.notesSlide+xml"/>
  <Override PartName="/ppt/notesSlides/notesSlide30.xml" ContentType="application/vnd.openxmlformats-officedocument.presentationml.notesSlide+xml"/>
  <Override PartName="/ppt/notesSlides/notesSlide18.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17.xml" ContentType="application/vnd.openxmlformats-officedocument.presentationml.notesSlide+xml"/>
  <Override PartName="/ppt/notesSlides/notesSlide38.xml" ContentType="application/vnd.openxmlformats-officedocument.presentationml.notesSlide+xml"/>
  <Override PartName="/ppt/notesSlides/notesSlide33.xml" ContentType="application/vnd.openxmlformats-officedocument.presentationml.notesSlide+xml"/>
  <Override PartName="/ppt/notesSlides/notesSlide50.xml" ContentType="application/vnd.openxmlformats-officedocument.presentationml.notesSlide+xml"/>
  <Override PartName="/ppt/notesSlides/notesSlide39.xml" ContentType="application/vnd.openxmlformats-officedocument.presentationml.notesSlide+xml"/>
  <Override PartName="/ppt/notesSlides/notesSlide37.xml" ContentType="application/vnd.openxmlformats-officedocument.presentationml.notesSlide+xml"/>
  <Override PartName="/ppt/notesSlides/notesSlide35.xml" ContentType="application/vnd.openxmlformats-officedocument.presentationml.notesSlide+xml"/>
  <Override PartName="/ppt/notesSlides/notesSlide44.xml" ContentType="application/vnd.openxmlformats-officedocument.presentationml.notesSlide+xml"/>
  <Override PartName="/ppt/notesSlides/notesSlide25.xml" ContentType="application/vnd.openxmlformats-officedocument.presentationml.notesSlide+xml"/>
  <Override PartName="/ppt/notesSlides/notesSlide34.xml" ContentType="application/vnd.openxmlformats-officedocument.presentationml.notesSlide+xml"/>
  <Override PartName="/ppt/notesSlides/notesSlide8.xml" ContentType="application/vnd.openxmlformats-officedocument.presentationml.notesSlide+xml"/>
  <Override PartName="/ppt/notesSlides/notesSlide29.xml" ContentType="application/vnd.openxmlformats-officedocument.presentationml.notesSlide+xml"/>
  <Override PartName="/ppt/notesSlides/notesSlide46.xml" ContentType="application/vnd.openxmlformats-officedocument.presentationml.notesSlide+xml"/>
  <Override PartName="/ppt/notesSlides/notesSlide49.xml" ContentType="application/vnd.openxmlformats-officedocument.presentationml.notesSlide+xml"/>
  <Override PartName="/ppt/notesSlides/notesSlide52.xml" ContentType="application/vnd.openxmlformats-officedocument.presentationml.notesSlide+xml"/>
  <Override PartName="/ppt/notesSlides/notesSlide36.xml" ContentType="application/vnd.openxmlformats-officedocument.presentationml.notesSlide+xml"/>
  <Override PartName="/ppt/notesSlides/notesSlide32.xml" ContentType="application/vnd.openxmlformats-officedocument.presentationml.notesSlide+xml"/>
  <Override PartName="/ppt/notesSlides/notesSlide10.xml" ContentType="application/vnd.openxmlformats-officedocument.presentationml.notesSlide+xml"/>
  <Override PartName="/ppt/notesSlides/notesSlide31.xml" ContentType="application/vnd.openxmlformats-officedocument.presentationml.notesSlide+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51.xml" ContentType="application/vnd.openxmlformats-officedocument.presentationml.notesSlide+xml"/>
  <Override PartName="/ppt/notesSlides/notesSlide48.xml" ContentType="application/vnd.openxmlformats-officedocument.presentationml.notesSlide+xml"/>
  <Override PartName="/ppt/notesSlides/notesSlide11.xml" ContentType="application/vnd.openxmlformats-officedocument.presentationml.notesSlide+xml"/>
  <Override PartName="/ppt/notesSlides/notesSlide6.xml" ContentType="application/vnd.openxmlformats-officedocument.presentationml.notesSlide+xml"/>
  <Override PartName="/ppt/notesSlides/notesSlide47.xml" ContentType="application/vnd.openxmlformats-officedocument.presentationml.notesSlide+xml"/>
  <Override PartName="/ppt/notesSlides/notesSlide2.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Lst>
  <p:sldSz cx="12193588"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slide" Target="slides/slide50.xml"/><Relationship Id="rId54" Type="http://schemas.openxmlformats.org/officeDocument/2006/relationships/slide" Target="slides/slide51.xml"/><Relationship Id="rId55" Type="http://schemas.openxmlformats.org/officeDocument/2006/relationships/slide" Target="slides/slide52.xml"/><Relationship Id="rId56"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 name=""/>
          <p:cNvSpPr/>
          <p:nvPr/>
        </p:nvSpPr>
        <p:spPr>
          <a:xfrm>
            <a:off x="0" y="0"/>
            <a:ext cx="6858000" cy="9144000"/>
          </a:xfrm>
          <a:prstGeom prst="rect">
            <a:avLst/>
          </a:prstGeom>
          <a:solidFill>
            <a:srgbClr val="FFFFFF"/>
          </a:solidFill>
          <a:ln w="38160">
            <a:noFill/>
          </a:ln>
        </p:spPr>
        <p:txBody>
          <a:bodyPr lIns="90000" tIns="45000" rIns="90000" bIns="45000" anchor="ctr" anchorCtr="1">
            <a:noAutofit/>
          </a:bodyPr>
          <a:p>
            <a:endParaRPr lang="en-US" sz="1800" b="0" u="none" strike="noStrike">
              <a:solidFill>
                <a:srgbClr val="000000"/>
              </a:solidFill>
              <a:effectLst/>
              <a:uFillTx/>
              <a:latin typeface="Arial"/>
            </a:endParaRPr>
          </a:p>
        </p:txBody>
      </p:sp>
      <p:sp>
        <p:nvSpPr>
          <p:cNvPr id="8" name="PlaceHolder 1"/>
          <p:cNvSpPr>
            <a:spLocks noGrp="1"/>
          </p:cNvSpPr>
          <p:nvPr>
            <p:ph type="hdr"/>
          </p:nvPr>
        </p:nvSpPr>
        <p:spPr>
          <a:xfrm>
            <a:off x="-360" y="0"/>
            <a:ext cx="2971800" cy="458640"/>
          </a:xfrm>
          <a:prstGeom prst="rect">
            <a:avLst/>
          </a:prstGeom>
          <a:noFill/>
          <a:ln w="38160">
            <a:noFill/>
          </a:ln>
        </p:spPr>
        <p:txBody>
          <a:bodyPr lIns="90000" tIns="46800" rIns="90000" bIns="46800" anchor="t">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Arial"/>
            </a:endParaRPr>
          </a:p>
        </p:txBody>
      </p:sp>
      <p:sp>
        <p:nvSpPr>
          <p:cNvPr id="9" name="PlaceHolder 2"/>
          <p:cNvSpPr>
            <a:spLocks noGrp="1"/>
          </p:cNvSpPr>
          <p:nvPr>
            <p:ph type="dt" idx="4"/>
          </p:nvPr>
        </p:nvSpPr>
        <p:spPr>
          <a:xfrm>
            <a:off x="3884040" y="0"/>
            <a:ext cx="2971800" cy="458640"/>
          </a:xfrm>
          <a:prstGeom prst="rect">
            <a:avLst/>
          </a:prstGeom>
          <a:noFill/>
          <a:ln w="38160">
            <a:noFill/>
          </a:ln>
        </p:spPr>
        <p:txBody>
          <a:bodyPr lIns="90000" tIns="46800" rIns="90000" bIns="46800" anchor="t">
            <a:noAutofit/>
          </a:bodyPr>
          <a:lstStyle>
            <a:lvl1pPr indent="0" algn="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ru-RU" sz="1200" b="0" u="none" strike="noStrike">
                <a:solidFill>
                  <a:srgbClr val="000000"/>
                </a:solidFill>
                <a:effectLst/>
                <a:uFillTx/>
                <a:latin typeface="Arial"/>
                <a:ea typeface="SimSun"/>
              </a:defRPr>
            </a:lvl1pPr>
          </a:lstStyle>
          <a:p>
            <a:pPr indent="0" algn="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43C23201-1BE7-4AAE-AC3B-F58E7576C0AE}" type="datetime">
              <a:rPr lang="ru-RU" sz="1200" b="0" u="none" strike="noStrike">
                <a:solidFill>
                  <a:srgbClr val="000000"/>
                </a:solidFill>
                <a:effectLst/>
                <a:uFillTx/>
                <a:latin typeface="Arial"/>
                <a:ea typeface="SimSun"/>
              </a:rPr>
              <a:t>24.10.26</a:t>
            </a:fld>
            <a:endParaRPr lang="en-US" sz="1200" b="0" u="none" strike="noStrike">
              <a:solidFill>
                <a:srgbClr val="000000"/>
              </a:solidFill>
              <a:effectLst/>
              <a:uFillTx/>
              <a:latin typeface="Arial"/>
            </a:endParaRPr>
          </a:p>
        </p:txBody>
      </p:sp>
      <p:sp>
        <p:nvSpPr>
          <p:cNvPr id="10" name="PlaceHolder 3"/>
          <p:cNvSpPr>
            <a:spLocks noGrp="1"/>
          </p:cNvSpPr>
          <p:nvPr>
            <p:ph type="sldImg"/>
          </p:nvPr>
        </p:nvSpPr>
        <p:spPr>
          <a:xfrm>
            <a:off x="685800" y="1143000"/>
            <a:ext cx="5486400" cy="3085920"/>
          </a:xfrm>
          <a:prstGeom prst="rect">
            <a:avLst/>
          </a:prstGeom>
          <a:noFill/>
          <a:ln w="12600">
            <a:solidFill>
              <a:srgbClr val="000000"/>
            </a:solidFill>
            <a:round/>
          </a:ln>
        </p:spPr>
        <p:txBody>
          <a:bodyPr lIns="90000" tIns="46800" rIns="90000" bIns="4680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b="0" u="none" strike="noStrike">
                <a:solidFill>
                  <a:srgbClr val="44546A"/>
                </a:solidFill>
                <a:effectLst/>
                <a:uFillTx/>
                <a:latin typeface="Arial"/>
              </a:rPr>
              <a:t>Click to move the slide</a:t>
            </a:r>
            <a:endParaRPr lang="en-US" sz="4400" b="0" u="none" strike="noStrike">
              <a:solidFill>
                <a:srgbClr val="44546A"/>
              </a:solidFill>
              <a:effectLst/>
              <a:uFillTx/>
              <a:latin typeface="Arial"/>
            </a:endParaRPr>
          </a:p>
        </p:txBody>
      </p:sp>
      <p:sp>
        <p:nvSpPr>
          <p:cNvPr id="11" name="PlaceHolder 4"/>
          <p:cNvSpPr>
            <a:spLocks noGrp="1"/>
          </p:cNvSpPr>
          <p:nvPr>
            <p:ph type="body"/>
          </p:nvPr>
        </p:nvSpPr>
        <p:spPr>
          <a:xfrm>
            <a:off x="685800" y="4400280"/>
            <a:ext cx="5486400" cy="3600720"/>
          </a:xfrm>
          <a:prstGeom prst="rect">
            <a:avLst/>
          </a:prstGeom>
          <a:noFill/>
          <a:ln w="0">
            <a:noFill/>
          </a:ln>
        </p:spPr>
        <p:txBody>
          <a:bodyPr lIns="90000" tIns="46800" rIns="90000" bIns="46800" anchor="t">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Calibri"/>
              </a:rPr>
              <a:t>Click to edit the notes format</a:t>
            </a:r>
            <a:endParaRPr lang="en-US" sz="1200" b="0" u="none" strike="noStrike">
              <a:solidFill>
                <a:srgbClr val="000000"/>
              </a:solidFill>
              <a:effectLst/>
              <a:uFillTx/>
              <a:latin typeface="Calibri"/>
            </a:endParaRPr>
          </a:p>
        </p:txBody>
      </p:sp>
      <p:sp>
        <p:nvSpPr>
          <p:cNvPr id="12" name="PlaceHolder 5"/>
          <p:cNvSpPr>
            <a:spLocks noGrp="1"/>
          </p:cNvSpPr>
          <p:nvPr>
            <p:ph type="ftr" idx="5"/>
          </p:nvPr>
        </p:nvSpPr>
        <p:spPr>
          <a:xfrm>
            <a:off x="-360" y="8684640"/>
            <a:ext cx="2971800" cy="459000"/>
          </a:xfrm>
          <a:prstGeom prst="rect">
            <a:avLst/>
          </a:prstGeom>
          <a:noFill/>
          <a:ln w="38160">
            <a:noFill/>
          </a:ln>
        </p:spPr>
        <p:txBody>
          <a:bodyPr lIns="90000" tIns="46800" rIns="90000" bIns="46800" anchor="b">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Arial"/>
            </a:endParaRPr>
          </a:p>
        </p:txBody>
      </p:sp>
      <p:sp>
        <p:nvSpPr>
          <p:cNvPr id="13" name="PlaceHolder 6"/>
          <p:cNvSpPr>
            <a:spLocks noGrp="1"/>
          </p:cNvSpPr>
          <p:nvPr>
            <p:ph type="sldNum" idx="6"/>
          </p:nvPr>
        </p:nvSpPr>
        <p:spPr>
          <a:xfrm>
            <a:off x="3884040" y="8684640"/>
            <a:ext cx="2971800" cy="459000"/>
          </a:xfrm>
          <a:prstGeom prst="rect">
            <a:avLst/>
          </a:prstGeom>
          <a:noFill/>
          <a:ln w="38160">
            <a:noFill/>
          </a:ln>
        </p:spPr>
        <p:txBody>
          <a:bodyPr lIns="90000" tIns="46800" rIns="90000" bIns="46800" anchor="b">
            <a:noAutofit/>
          </a:bodyPr>
          <a:lstStyle>
            <a:lvl1pPr indent="0" algn="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ru-RU" sz="1200" b="0" u="none" strike="noStrike">
                <a:solidFill>
                  <a:srgbClr val="000000"/>
                </a:solidFill>
                <a:effectLst/>
                <a:uFillTx/>
                <a:latin typeface="Arial"/>
                <a:ea typeface="SimSun"/>
              </a:defRPr>
            </a:lvl1pPr>
          </a:lstStyle>
          <a:p>
            <a:pPr indent="0" algn="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28BE2E76-88B1-4767-94A4-F41C907264BA}" type="slidenum">
              <a:rPr lang="ru-RU" sz="1200" b="0" u="none" strike="noStrike">
                <a:solidFill>
                  <a:srgbClr val="000000"/>
                </a:solidFill>
                <a:effectLst/>
                <a:uFillTx/>
                <a:latin typeface="Arial"/>
                <a:ea typeface="SimSun"/>
              </a:rPr>
              <a:t>&lt;number&gt;</a:t>
            </a:fld>
            <a:endParaRPr lang="en-US" sz="1200" b="0" u="none" strike="noStrike">
              <a:solidFill>
                <a:srgbClr val="000000"/>
              </a:solidFill>
              <a:effectLst/>
              <a:uFillTx/>
              <a:latin typeface="Arial"/>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_rels/notesSlide36.xml.rels><?xml version="1.0" encoding="UTF-8"?>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
</Relationships>
</file>

<file path=ppt/notesSlides/_rels/notesSlide37.xml.rels><?xml version="1.0" encoding="UTF-8"?>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
</Relationships>
</file>

<file path=ppt/notesSlides/_rels/notesSlide38.xml.rels><?xml version="1.0" encoding="UTF-8"?>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
</Relationships>
</file>

<file path=ppt/notesSlides/_rels/notesSlide39.xml.rels><?xml version="1.0" encoding="UTF-8"?>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
</Relationships>
</file>

<file path=ppt/notesSlides/_rels/notesSlide40.xml.rels><?xml version="1.0" encoding="UTF-8"?>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
</Relationships>
</file>

<file path=ppt/notesSlides/_rels/notesSlide41.xml.rels><?xml version="1.0" encoding="UTF-8"?>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
</Relationships>
</file>

<file path=ppt/notesSlides/_rels/notesSlide42.xml.rels><?xml version="1.0" encoding="UTF-8"?>
<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
</Relationships>
</file>

<file path=ppt/notesSlides/_rels/notesSlide43.xml.rels><?xml version="1.0" encoding="UTF-8"?>
<Relationships xmlns="http://schemas.openxmlformats.org/package/2006/relationships"><Relationship Id="rId1" Type="http://schemas.openxmlformats.org/officeDocument/2006/relationships/slide" Target="../slides/slide43.xml"/><Relationship Id="rId2" Type="http://schemas.openxmlformats.org/officeDocument/2006/relationships/notesMaster" Target="../notesMasters/notesMaster1.xml"/>
</Relationships>
</file>

<file path=ppt/notesSlides/_rels/notesSlide44.xml.rels><?xml version="1.0" encoding="UTF-8"?>
<Relationships xmlns="http://schemas.openxmlformats.org/package/2006/relationships"><Relationship Id="rId1" Type="http://schemas.openxmlformats.org/officeDocument/2006/relationships/slide" Target="../slides/slide44.xml"/><Relationship Id="rId2" Type="http://schemas.openxmlformats.org/officeDocument/2006/relationships/notesMaster" Target="../notesMasters/notesMaster1.xml"/>
</Relationships>
</file>

<file path=ppt/notesSlides/_rels/notesSlide45.xml.rels><?xml version="1.0" encoding="UTF-8"?>
<Relationships xmlns="http://schemas.openxmlformats.org/package/2006/relationships"><Relationship Id="rId1" Type="http://schemas.openxmlformats.org/officeDocument/2006/relationships/slide" Target="../slides/slide45.xml"/><Relationship Id="rId2" Type="http://schemas.openxmlformats.org/officeDocument/2006/relationships/notesMaster" Target="../notesMasters/notesMaster1.xml"/>
</Relationships>
</file>

<file path=ppt/notesSlides/_rels/notesSlide46.xml.rels><?xml version="1.0" encoding="UTF-8"?>
<Relationships xmlns="http://schemas.openxmlformats.org/package/2006/relationships"><Relationship Id="rId1" Type="http://schemas.openxmlformats.org/officeDocument/2006/relationships/slide" Target="../slides/slide46.xml"/><Relationship Id="rId2" Type="http://schemas.openxmlformats.org/officeDocument/2006/relationships/notesMaster" Target="../notesMasters/notesMaster1.xml"/>
</Relationships>
</file>

<file path=ppt/notesSlides/_rels/notesSlide47.xml.rels><?xml version="1.0" encoding="UTF-8"?>
<Relationships xmlns="http://schemas.openxmlformats.org/package/2006/relationships"><Relationship Id="rId1" Type="http://schemas.openxmlformats.org/officeDocument/2006/relationships/slide" Target="../slides/slide47.xml"/><Relationship Id="rId2" Type="http://schemas.openxmlformats.org/officeDocument/2006/relationships/notesMaster" Target="../notesMasters/notesMaster1.xml"/>
</Relationships>
</file>

<file path=ppt/notesSlides/_rels/notesSlide48.xml.rels><?xml version="1.0" encoding="UTF-8"?>
<Relationships xmlns="http://schemas.openxmlformats.org/package/2006/relationships"><Relationship Id="rId1" Type="http://schemas.openxmlformats.org/officeDocument/2006/relationships/slide" Target="../slides/slide48.xml"/><Relationship Id="rId2" Type="http://schemas.openxmlformats.org/officeDocument/2006/relationships/notesMaster" Target="../notesMasters/notesMaster1.xml"/>
</Relationships>
</file>

<file path=ppt/notesSlides/_rels/notesSlide49.xml.rels><?xml version="1.0" encoding="UTF-8"?>
<Relationships xmlns="http://schemas.openxmlformats.org/package/2006/relationships"><Relationship Id="rId1" Type="http://schemas.openxmlformats.org/officeDocument/2006/relationships/slide" Target="../slides/slide49.xml"/><Relationship Id="rId2" Type="http://schemas.openxmlformats.org/officeDocument/2006/relationships/notesMaster" Target="../notesMasters/notesMaster1.xml"/>
</Relationships>
</file>

<file path=ppt/notesSlides/_rels/notesSlide50.xml.rels><?xml version="1.0" encoding="UTF-8"?>
<Relationships xmlns="http://schemas.openxmlformats.org/package/2006/relationships"><Relationship Id="rId1" Type="http://schemas.openxmlformats.org/officeDocument/2006/relationships/slide" Target="../slides/slide50.xml"/><Relationship Id="rId2" Type="http://schemas.openxmlformats.org/officeDocument/2006/relationships/notesMaster" Target="../notesMasters/notesMaster1.xml"/>
</Relationships>
</file>

<file path=ppt/notesSlides/_rels/notesSlide51.xml.rels><?xml version="1.0" encoding="UTF-8"?>
<Relationships xmlns="http://schemas.openxmlformats.org/package/2006/relationships"><Relationship Id="rId1" Type="http://schemas.openxmlformats.org/officeDocument/2006/relationships/slide" Target="../slides/slide51.xml"/><Relationship Id="rId2" Type="http://schemas.openxmlformats.org/officeDocument/2006/relationships/notesMaster" Target="../notesMasters/notesMaster1.xml"/>
</Relationships>
</file>

<file path=ppt/notesSlides/_rels/notesSlide52.xml.rels><?xml version="1.0" encoding="UTF-8"?>
<Relationships xmlns="http://schemas.openxmlformats.org/package/2006/relationships"><Relationship Id="rId1" Type="http://schemas.openxmlformats.org/officeDocument/2006/relationships/slide" Target="../slides/slide52.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6" name="PlaceHolder 1"/>
          <p:cNvSpPr>
            <a:spLocks noGrp="1"/>
          </p:cNvSpPr>
          <p:nvPr>
            <p:ph type="sldImg"/>
          </p:nvPr>
        </p:nvSpPr>
        <p:spPr>
          <a:xfrm>
            <a:off x="685800" y="1143000"/>
            <a:ext cx="5486400" cy="3085920"/>
          </a:xfrm>
          <a:prstGeom prst="rect">
            <a:avLst/>
          </a:prstGeom>
          <a:ln w="0">
            <a:noFill/>
          </a:ln>
        </p:spPr>
      </p:sp>
      <p:sp>
        <p:nvSpPr>
          <p:cNvPr id="197" name="PlaceHolder 2"/>
          <p:cNvSpPr>
            <a:spLocks noGrp="1"/>
          </p:cNvSpPr>
          <p:nvPr>
            <p:ph type="body"/>
          </p:nvPr>
        </p:nvSpPr>
        <p:spPr>
          <a:xfrm>
            <a:off x="685800" y="4400280"/>
            <a:ext cx="5486400" cy="3600720"/>
          </a:xfrm>
          <a:prstGeom prst="rect">
            <a:avLst/>
          </a:prstGeom>
          <a:noFill/>
          <a:ln w="0">
            <a:noFill/>
          </a:ln>
        </p:spPr>
        <p:txBody>
          <a:bodyPr lIns="0" tIns="0" rIns="0" bIns="0" anchor="t">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ru-RU" sz="1200" b="0" u="none" strike="noStrike">
              <a:solidFill>
                <a:srgbClr val="000000"/>
              </a:solidFill>
              <a:effectLst/>
              <a:uFillTx/>
              <a:latin typeface="Calibri"/>
            </a:endParaRPr>
          </a:p>
        </p:txBody>
      </p:sp>
      <p:sp>
        <p:nvSpPr>
          <p:cNvPr id="198" name="Номер слайда 3"/>
          <p:cNvSpPr/>
          <p:nvPr/>
        </p:nvSpPr>
        <p:spPr>
          <a:xfrm>
            <a:off x="3884400" y="8685000"/>
            <a:ext cx="2971800" cy="459000"/>
          </a:xfrm>
          <a:prstGeom prst="rect">
            <a:avLst/>
          </a:prstGeom>
          <a:noFill/>
          <a:ln w="3816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9A2D220D-1FB8-4765-A162-894E653BD1DA}" type="slidenum">
              <a:rPr lang="ru-RU" sz="1200" b="0" u="none" strike="noStrike">
                <a:solidFill>
                  <a:srgbClr val="000000"/>
                </a:solidFill>
                <a:effectLst/>
                <a:uFillTx/>
                <a:latin typeface="Arial"/>
                <a:ea typeface="SimSun"/>
              </a:rPr>
              <a:t>&lt;number&gt;</a:t>
            </a:fld>
            <a:endParaRPr lang="en-US" sz="1200" b="0" u="none" strike="noStrike">
              <a:solidFill>
                <a:srgbClr val="000000"/>
              </a:solidFill>
              <a:effectLst/>
              <a:uFillTx/>
              <a:latin typeface="Arial"/>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9" name="PlaceHolder 1"/>
          <p:cNvSpPr>
            <a:spLocks noGrp="1"/>
          </p:cNvSpPr>
          <p:nvPr>
            <p:ph type="sldImg"/>
          </p:nvPr>
        </p:nvSpPr>
        <p:spPr>
          <a:xfrm>
            <a:off x="685800" y="1143000"/>
            <a:ext cx="5486400" cy="3085920"/>
          </a:xfrm>
          <a:prstGeom prst="rect">
            <a:avLst/>
          </a:prstGeom>
          <a:ln w="0">
            <a:noFill/>
          </a:ln>
        </p:spPr>
      </p:sp>
      <p:sp>
        <p:nvSpPr>
          <p:cNvPr id="200" name="PlaceHolder 2"/>
          <p:cNvSpPr>
            <a:spLocks noGrp="1"/>
          </p:cNvSpPr>
          <p:nvPr>
            <p:ph type="body"/>
          </p:nvPr>
        </p:nvSpPr>
        <p:spPr>
          <a:xfrm>
            <a:off x="685800" y="4400280"/>
            <a:ext cx="5486400" cy="3600720"/>
          </a:xfrm>
          <a:prstGeom prst="rect">
            <a:avLst/>
          </a:prstGeom>
          <a:noFill/>
          <a:ln w="0">
            <a:noFill/>
          </a:ln>
        </p:spPr>
        <p:txBody>
          <a:bodyPr lIns="0" tIns="0" rIns="0" bIns="0" anchor="t">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ru-RU" sz="1200" b="0" u="none" strike="noStrike">
              <a:solidFill>
                <a:srgbClr val="000000"/>
              </a:solidFill>
              <a:effectLst/>
              <a:uFillTx/>
              <a:latin typeface="Calibri"/>
            </a:endParaRPr>
          </a:p>
        </p:txBody>
      </p:sp>
      <p:sp>
        <p:nvSpPr>
          <p:cNvPr id="201" name="Номер слайда 3"/>
          <p:cNvSpPr/>
          <p:nvPr/>
        </p:nvSpPr>
        <p:spPr>
          <a:xfrm>
            <a:off x="3884400" y="8685000"/>
            <a:ext cx="2971800" cy="459000"/>
          </a:xfrm>
          <a:prstGeom prst="rect">
            <a:avLst/>
          </a:prstGeom>
          <a:noFill/>
          <a:ln w="3816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E15AC0EF-BDD1-4D08-8A16-9ECEAA9BFDAC}" type="slidenum">
              <a:rPr lang="ru-RU" sz="1200" b="0" u="none" strike="noStrike">
                <a:solidFill>
                  <a:srgbClr val="000000"/>
                </a:solidFill>
                <a:effectLst/>
                <a:uFillTx/>
                <a:latin typeface="Arial"/>
                <a:ea typeface="SimSun"/>
              </a:rPr>
              <a:t>&lt;number&gt;</a:t>
            </a:fld>
            <a:endParaRPr lang="en-US" sz="1200" b="0" u="none" strike="noStrike">
              <a:solidFill>
                <a:srgbClr val="000000"/>
              </a:solidFill>
              <a:effectLst/>
              <a:uFillTx/>
              <a:latin typeface="Arial"/>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2" name="PlaceHolder 1"/>
          <p:cNvSpPr>
            <a:spLocks noGrp="1"/>
          </p:cNvSpPr>
          <p:nvPr>
            <p:ph type="sldImg"/>
          </p:nvPr>
        </p:nvSpPr>
        <p:spPr>
          <a:xfrm>
            <a:off x="685800" y="1143000"/>
            <a:ext cx="5486400" cy="3085920"/>
          </a:xfrm>
          <a:prstGeom prst="rect">
            <a:avLst/>
          </a:prstGeom>
          <a:ln w="0">
            <a:noFill/>
          </a:ln>
        </p:spPr>
      </p:sp>
      <p:sp>
        <p:nvSpPr>
          <p:cNvPr id="203" name="PlaceHolder 2"/>
          <p:cNvSpPr>
            <a:spLocks noGrp="1"/>
          </p:cNvSpPr>
          <p:nvPr>
            <p:ph type="body"/>
          </p:nvPr>
        </p:nvSpPr>
        <p:spPr>
          <a:xfrm>
            <a:off x="685800" y="4400280"/>
            <a:ext cx="5486400" cy="3600720"/>
          </a:xfrm>
          <a:prstGeom prst="rect">
            <a:avLst/>
          </a:prstGeom>
          <a:noFill/>
          <a:ln w="0">
            <a:noFill/>
          </a:ln>
        </p:spPr>
        <p:txBody>
          <a:bodyPr lIns="0" tIns="0" rIns="0" bIns="0" anchor="t">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ru-RU" sz="1200" b="0" u="none" strike="noStrike">
              <a:solidFill>
                <a:srgbClr val="000000"/>
              </a:solidFill>
              <a:effectLst/>
              <a:uFillTx/>
              <a:latin typeface="Calibri"/>
            </a:endParaRPr>
          </a:p>
        </p:txBody>
      </p:sp>
      <p:sp>
        <p:nvSpPr>
          <p:cNvPr id="204" name="Номер слайда 3"/>
          <p:cNvSpPr/>
          <p:nvPr/>
        </p:nvSpPr>
        <p:spPr>
          <a:xfrm>
            <a:off x="3884400" y="8685000"/>
            <a:ext cx="2971800" cy="459000"/>
          </a:xfrm>
          <a:prstGeom prst="rect">
            <a:avLst/>
          </a:prstGeom>
          <a:noFill/>
          <a:ln w="3816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F0D534D0-9093-48C8-88B8-AF5A774F3E75}" type="slidenum">
              <a:rPr lang="ru-RU" sz="1200" b="0" u="none" strike="noStrike">
                <a:solidFill>
                  <a:srgbClr val="000000"/>
                </a:solidFill>
                <a:effectLst/>
                <a:uFillTx/>
                <a:latin typeface="Arial"/>
                <a:ea typeface="SimSun"/>
              </a:rPr>
              <a:t>&lt;number&gt;</a:t>
            </a:fld>
            <a:endParaRPr lang="en-US" sz="1200" b="0" u="none" strike="noStrike">
              <a:solidFill>
                <a:srgbClr val="000000"/>
              </a:solidFill>
              <a:effectLst/>
              <a:uFillTx/>
              <a:latin typeface="Arial"/>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5" name="PlaceHolder 1"/>
          <p:cNvSpPr>
            <a:spLocks noGrp="1"/>
          </p:cNvSpPr>
          <p:nvPr>
            <p:ph type="sldImg"/>
          </p:nvPr>
        </p:nvSpPr>
        <p:spPr>
          <a:xfrm>
            <a:off x="685800" y="1143000"/>
            <a:ext cx="5486400" cy="3085920"/>
          </a:xfrm>
          <a:prstGeom prst="rect">
            <a:avLst/>
          </a:prstGeom>
          <a:ln w="0">
            <a:noFill/>
          </a:ln>
        </p:spPr>
      </p:sp>
      <p:sp>
        <p:nvSpPr>
          <p:cNvPr id="206" name="PlaceHolder 2"/>
          <p:cNvSpPr>
            <a:spLocks noGrp="1"/>
          </p:cNvSpPr>
          <p:nvPr>
            <p:ph type="body"/>
          </p:nvPr>
        </p:nvSpPr>
        <p:spPr>
          <a:xfrm>
            <a:off x="685800" y="4400280"/>
            <a:ext cx="5486400" cy="3600720"/>
          </a:xfrm>
          <a:prstGeom prst="rect">
            <a:avLst/>
          </a:prstGeom>
          <a:noFill/>
          <a:ln w="0">
            <a:noFill/>
          </a:ln>
        </p:spPr>
        <p:txBody>
          <a:bodyPr lIns="0" tIns="0" rIns="0" bIns="0" anchor="t">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ru-RU" sz="1200" b="0" u="none" strike="noStrike">
              <a:solidFill>
                <a:srgbClr val="000000"/>
              </a:solidFill>
              <a:effectLst/>
              <a:uFillTx/>
              <a:latin typeface="Calibri"/>
            </a:endParaRPr>
          </a:p>
        </p:txBody>
      </p:sp>
      <p:sp>
        <p:nvSpPr>
          <p:cNvPr id="207" name="Номер слайда 3"/>
          <p:cNvSpPr/>
          <p:nvPr/>
        </p:nvSpPr>
        <p:spPr>
          <a:xfrm>
            <a:off x="3884400" y="8685000"/>
            <a:ext cx="2971800" cy="459000"/>
          </a:xfrm>
          <a:prstGeom prst="rect">
            <a:avLst/>
          </a:prstGeom>
          <a:noFill/>
          <a:ln w="3816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F3041CDC-DC3F-4BE9-99F4-57DE2D530F92}" type="slidenum">
              <a:rPr lang="ru-RU" sz="1200" b="0" u="none" strike="noStrike">
                <a:solidFill>
                  <a:srgbClr val="000000"/>
                </a:solidFill>
                <a:effectLst/>
                <a:uFillTx/>
                <a:latin typeface="Arial"/>
                <a:ea typeface="SimSun"/>
              </a:rPr>
              <a:t>&lt;number&gt;</a:t>
            </a:fld>
            <a:endParaRPr lang="en-US" sz="1200" b="0" u="none" strike="noStrike">
              <a:solidFill>
                <a:srgbClr val="000000"/>
              </a:solidFill>
              <a:effectLst/>
              <a:uFillTx/>
              <a:latin typeface="Arial"/>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8" name="PlaceHolder 1"/>
          <p:cNvSpPr>
            <a:spLocks noGrp="1"/>
          </p:cNvSpPr>
          <p:nvPr>
            <p:ph type="sldImg"/>
          </p:nvPr>
        </p:nvSpPr>
        <p:spPr>
          <a:xfrm>
            <a:off x="685800" y="1143000"/>
            <a:ext cx="5486400" cy="3085920"/>
          </a:xfrm>
          <a:prstGeom prst="rect">
            <a:avLst/>
          </a:prstGeom>
          <a:ln w="0">
            <a:noFill/>
          </a:ln>
        </p:spPr>
      </p:sp>
      <p:sp>
        <p:nvSpPr>
          <p:cNvPr id="209" name="PlaceHolder 2"/>
          <p:cNvSpPr>
            <a:spLocks noGrp="1"/>
          </p:cNvSpPr>
          <p:nvPr>
            <p:ph type="body"/>
          </p:nvPr>
        </p:nvSpPr>
        <p:spPr>
          <a:xfrm>
            <a:off x="685800" y="4400280"/>
            <a:ext cx="5486400" cy="3600720"/>
          </a:xfrm>
          <a:prstGeom prst="rect">
            <a:avLst/>
          </a:prstGeom>
          <a:noFill/>
          <a:ln w="0">
            <a:noFill/>
          </a:ln>
        </p:spPr>
        <p:txBody>
          <a:bodyPr lIns="0" tIns="0" rIns="0" bIns="0" anchor="t">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ru-RU" sz="1200" b="0" u="none" strike="noStrike">
              <a:solidFill>
                <a:srgbClr val="000000"/>
              </a:solidFill>
              <a:effectLst/>
              <a:uFillTx/>
              <a:latin typeface="Calibri"/>
            </a:endParaRPr>
          </a:p>
        </p:txBody>
      </p:sp>
      <p:sp>
        <p:nvSpPr>
          <p:cNvPr id="210" name="Номер слайда 3"/>
          <p:cNvSpPr/>
          <p:nvPr/>
        </p:nvSpPr>
        <p:spPr>
          <a:xfrm>
            <a:off x="3884400" y="8685000"/>
            <a:ext cx="2971800" cy="459000"/>
          </a:xfrm>
          <a:prstGeom prst="rect">
            <a:avLst/>
          </a:prstGeom>
          <a:noFill/>
          <a:ln w="3816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BAF6D533-27C8-44E6-A617-87A095884F7F}" type="slidenum">
              <a:rPr lang="ru-RU" sz="1200" b="0" u="none" strike="noStrike">
                <a:solidFill>
                  <a:srgbClr val="000000"/>
                </a:solidFill>
                <a:effectLst/>
                <a:uFillTx/>
                <a:latin typeface="Arial"/>
                <a:ea typeface="SimSun"/>
              </a:rPr>
              <a:t>&lt;number&gt;</a:t>
            </a:fld>
            <a:endParaRPr lang="en-US" sz="1200" b="0" u="none" strike="noStrike">
              <a:solidFill>
                <a:srgbClr val="000000"/>
              </a:solidFill>
              <a:effectLst/>
              <a:uFillTx/>
              <a:latin typeface="Arial"/>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1" name="PlaceHolder 1"/>
          <p:cNvSpPr>
            <a:spLocks noGrp="1"/>
          </p:cNvSpPr>
          <p:nvPr>
            <p:ph type="sldImg"/>
          </p:nvPr>
        </p:nvSpPr>
        <p:spPr>
          <a:xfrm>
            <a:off x="685800" y="1143000"/>
            <a:ext cx="5486400" cy="3085920"/>
          </a:xfrm>
          <a:prstGeom prst="rect">
            <a:avLst/>
          </a:prstGeom>
          <a:ln w="0">
            <a:noFill/>
          </a:ln>
        </p:spPr>
      </p:sp>
      <p:sp>
        <p:nvSpPr>
          <p:cNvPr id="212" name="PlaceHolder 2"/>
          <p:cNvSpPr>
            <a:spLocks noGrp="1"/>
          </p:cNvSpPr>
          <p:nvPr>
            <p:ph type="body"/>
          </p:nvPr>
        </p:nvSpPr>
        <p:spPr>
          <a:xfrm>
            <a:off x="685800" y="4400280"/>
            <a:ext cx="5486400" cy="3600720"/>
          </a:xfrm>
          <a:prstGeom prst="rect">
            <a:avLst/>
          </a:prstGeom>
          <a:noFill/>
          <a:ln w="0">
            <a:noFill/>
          </a:ln>
        </p:spPr>
        <p:txBody>
          <a:bodyPr lIns="0" tIns="0" rIns="0" bIns="0" anchor="t">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ru-RU" sz="1200" b="0" u="none" strike="noStrike">
              <a:solidFill>
                <a:srgbClr val="000000"/>
              </a:solidFill>
              <a:effectLst/>
              <a:uFillTx/>
              <a:latin typeface="Calibri"/>
            </a:endParaRPr>
          </a:p>
        </p:txBody>
      </p:sp>
      <p:sp>
        <p:nvSpPr>
          <p:cNvPr id="213" name="Номер слайда 3"/>
          <p:cNvSpPr/>
          <p:nvPr/>
        </p:nvSpPr>
        <p:spPr>
          <a:xfrm>
            <a:off x="3884400" y="8685000"/>
            <a:ext cx="2971800" cy="459000"/>
          </a:xfrm>
          <a:prstGeom prst="rect">
            <a:avLst/>
          </a:prstGeom>
          <a:noFill/>
          <a:ln w="3816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F2F64992-3F01-4EEF-9547-F7D14A1627E3}" type="slidenum">
              <a:rPr lang="ru-RU" sz="1200" b="0" u="none" strike="noStrike">
                <a:solidFill>
                  <a:srgbClr val="000000"/>
                </a:solidFill>
                <a:effectLst/>
                <a:uFillTx/>
                <a:latin typeface="Arial"/>
                <a:ea typeface="SimSun"/>
              </a:rPr>
              <a:t>&lt;number&gt;</a:t>
            </a:fld>
            <a:endParaRPr lang="en-US" sz="1200" b="0" u="none" strike="noStrike">
              <a:solidFill>
                <a:srgbClr val="000000"/>
              </a:solidFill>
              <a:effectLst/>
              <a:uFillTx/>
              <a:latin typeface="Arial"/>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4" name="PlaceHolder 1"/>
          <p:cNvSpPr>
            <a:spLocks noGrp="1"/>
          </p:cNvSpPr>
          <p:nvPr>
            <p:ph type="sldImg"/>
          </p:nvPr>
        </p:nvSpPr>
        <p:spPr>
          <a:xfrm>
            <a:off x="685800" y="1143000"/>
            <a:ext cx="5486400" cy="3085920"/>
          </a:xfrm>
          <a:prstGeom prst="rect">
            <a:avLst/>
          </a:prstGeom>
          <a:ln w="0">
            <a:noFill/>
          </a:ln>
        </p:spPr>
      </p:sp>
      <p:sp>
        <p:nvSpPr>
          <p:cNvPr id="215" name="PlaceHolder 2"/>
          <p:cNvSpPr>
            <a:spLocks noGrp="1"/>
          </p:cNvSpPr>
          <p:nvPr>
            <p:ph type="body"/>
          </p:nvPr>
        </p:nvSpPr>
        <p:spPr>
          <a:xfrm>
            <a:off x="685800" y="4400280"/>
            <a:ext cx="5486400" cy="3600720"/>
          </a:xfrm>
          <a:prstGeom prst="rect">
            <a:avLst/>
          </a:prstGeom>
          <a:noFill/>
          <a:ln w="0">
            <a:noFill/>
          </a:ln>
        </p:spPr>
        <p:txBody>
          <a:bodyPr lIns="0" tIns="0" rIns="0" bIns="0" anchor="t">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ru-RU" sz="1200" b="0" u="none" strike="noStrike">
              <a:solidFill>
                <a:srgbClr val="000000"/>
              </a:solidFill>
              <a:effectLst/>
              <a:uFillTx/>
              <a:latin typeface="Calibri"/>
            </a:endParaRPr>
          </a:p>
        </p:txBody>
      </p:sp>
      <p:sp>
        <p:nvSpPr>
          <p:cNvPr id="216" name="Номер слайда 3"/>
          <p:cNvSpPr/>
          <p:nvPr/>
        </p:nvSpPr>
        <p:spPr>
          <a:xfrm>
            <a:off x="3884400" y="8685000"/>
            <a:ext cx="2971800" cy="459000"/>
          </a:xfrm>
          <a:prstGeom prst="rect">
            <a:avLst/>
          </a:prstGeom>
          <a:noFill/>
          <a:ln w="3816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2886A798-21C0-4BC1-9968-9790900ED20B}" type="slidenum">
              <a:rPr lang="ru-RU" sz="1200" b="0" u="none" strike="noStrike">
                <a:solidFill>
                  <a:srgbClr val="000000"/>
                </a:solidFill>
                <a:effectLst/>
                <a:uFillTx/>
                <a:latin typeface="Arial"/>
                <a:ea typeface="SimSun"/>
              </a:rPr>
              <a:t>&lt;number&gt;</a:t>
            </a:fld>
            <a:endParaRPr lang="en-US" sz="1200" b="0" u="none" strike="noStrike">
              <a:solidFill>
                <a:srgbClr val="000000"/>
              </a:solidFill>
              <a:effectLst/>
              <a:uFillTx/>
              <a:latin typeface="Arial"/>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7" name="PlaceHolder 1"/>
          <p:cNvSpPr>
            <a:spLocks noGrp="1"/>
          </p:cNvSpPr>
          <p:nvPr>
            <p:ph type="sldImg"/>
          </p:nvPr>
        </p:nvSpPr>
        <p:spPr>
          <a:xfrm>
            <a:off x="685800" y="1143000"/>
            <a:ext cx="5486400" cy="3085920"/>
          </a:xfrm>
          <a:prstGeom prst="rect">
            <a:avLst/>
          </a:prstGeom>
          <a:ln w="0">
            <a:noFill/>
          </a:ln>
        </p:spPr>
      </p:sp>
      <p:sp>
        <p:nvSpPr>
          <p:cNvPr id="218" name="PlaceHolder 2"/>
          <p:cNvSpPr>
            <a:spLocks noGrp="1"/>
          </p:cNvSpPr>
          <p:nvPr>
            <p:ph type="body"/>
          </p:nvPr>
        </p:nvSpPr>
        <p:spPr>
          <a:xfrm>
            <a:off x="685800" y="4400280"/>
            <a:ext cx="5486400" cy="3600720"/>
          </a:xfrm>
          <a:prstGeom prst="rect">
            <a:avLst/>
          </a:prstGeom>
          <a:noFill/>
          <a:ln w="0">
            <a:noFill/>
          </a:ln>
        </p:spPr>
        <p:txBody>
          <a:bodyPr lIns="0" tIns="0" rIns="0" bIns="0" anchor="t">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ru-RU" sz="1200" b="0" u="none" strike="noStrike">
              <a:solidFill>
                <a:srgbClr val="000000"/>
              </a:solidFill>
              <a:effectLst/>
              <a:uFillTx/>
              <a:latin typeface="Calibri"/>
            </a:endParaRPr>
          </a:p>
        </p:txBody>
      </p:sp>
      <p:sp>
        <p:nvSpPr>
          <p:cNvPr id="219" name="Номер слайда 3"/>
          <p:cNvSpPr/>
          <p:nvPr/>
        </p:nvSpPr>
        <p:spPr>
          <a:xfrm>
            <a:off x="3884400" y="8685000"/>
            <a:ext cx="2971800" cy="459000"/>
          </a:xfrm>
          <a:prstGeom prst="rect">
            <a:avLst/>
          </a:prstGeom>
          <a:noFill/>
          <a:ln w="3816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6B8D9DE4-D399-487D-BA4D-538B6F614449}" type="slidenum">
              <a:rPr lang="ru-RU" sz="1200" b="0" u="none" strike="noStrike">
                <a:solidFill>
                  <a:srgbClr val="000000"/>
                </a:solidFill>
                <a:effectLst/>
                <a:uFillTx/>
                <a:latin typeface="Arial"/>
                <a:ea typeface="SimSun"/>
              </a:rPr>
              <a:t>&lt;number&gt;</a:t>
            </a:fld>
            <a:endParaRPr lang="en-US" sz="1200" b="0" u="none" strike="noStrike">
              <a:solidFill>
                <a:srgbClr val="000000"/>
              </a:solidFill>
              <a:effectLst/>
              <a:uFillTx/>
              <a:latin typeface="Arial"/>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0" name="PlaceHolder 1"/>
          <p:cNvSpPr>
            <a:spLocks noGrp="1"/>
          </p:cNvSpPr>
          <p:nvPr>
            <p:ph type="sldImg"/>
          </p:nvPr>
        </p:nvSpPr>
        <p:spPr>
          <a:xfrm>
            <a:off x="685800" y="1143000"/>
            <a:ext cx="5486400" cy="3085920"/>
          </a:xfrm>
          <a:prstGeom prst="rect">
            <a:avLst/>
          </a:prstGeom>
          <a:ln w="0">
            <a:noFill/>
          </a:ln>
        </p:spPr>
      </p:sp>
      <p:sp>
        <p:nvSpPr>
          <p:cNvPr id="221" name="PlaceHolder 2"/>
          <p:cNvSpPr>
            <a:spLocks noGrp="1"/>
          </p:cNvSpPr>
          <p:nvPr>
            <p:ph type="body"/>
          </p:nvPr>
        </p:nvSpPr>
        <p:spPr>
          <a:xfrm>
            <a:off x="685800" y="4400280"/>
            <a:ext cx="5486400" cy="3600720"/>
          </a:xfrm>
          <a:prstGeom prst="rect">
            <a:avLst/>
          </a:prstGeom>
          <a:noFill/>
          <a:ln w="0">
            <a:noFill/>
          </a:ln>
        </p:spPr>
        <p:txBody>
          <a:bodyPr lIns="0" tIns="0" rIns="0" bIns="0" anchor="t">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ru-RU" sz="1200" b="0" u="none" strike="noStrike">
              <a:solidFill>
                <a:srgbClr val="000000"/>
              </a:solidFill>
              <a:effectLst/>
              <a:uFillTx/>
              <a:latin typeface="Calibri"/>
            </a:endParaRPr>
          </a:p>
        </p:txBody>
      </p:sp>
      <p:sp>
        <p:nvSpPr>
          <p:cNvPr id="222" name="Номер слайда 3"/>
          <p:cNvSpPr/>
          <p:nvPr/>
        </p:nvSpPr>
        <p:spPr>
          <a:xfrm>
            <a:off x="3884400" y="8685000"/>
            <a:ext cx="2971800" cy="459000"/>
          </a:xfrm>
          <a:prstGeom prst="rect">
            <a:avLst/>
          </a:prstGeom>
          <a:noFill/>
          <a:ln w="3816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F5B16522-C99E-46CB-A871-6B0F1FD507F0}" type="slidenum">
              <a:rPr lang="ru-RU" sz="1200" b="0" u="none" strike="noStrike">
                <a:solidFill>
                  <a:srgbClr val="000000"/>
                </a:solidFill>
                <a:effectLst/>
                <a:uFillTx/>
                <a:latin typeface="Arial"/>
                <a:ea typeface="SimSun"/>
              </a:rPr>
              <a:t>&lt;number&gt;</a:t>
            </a:fld>
            <a:endParaRPr lang="en-US" sz="1200" b="0" u="none" strike="noStrike">
              <a:solidFill>
                <a:srgbClr val="000000"/>
              </a:solidFill>
              <a:effectLst/>
              <a:uFillTx/>
              <a:latin typeface="Arial"/>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3" name="PlaceHolder 1"/>
          <p:cNvSpPr>
            <a:spLocks noGrp="1"/>
          </p:cNvSpPr>
          <p:nvPr>
            <p:ph type="sldImg"/>
          </p:nvPr>
        </p:nvSpPr>
        <p:spPr>
          <a:xfrm>
            <a:off x="685800" y="1143000"/>
            <a:ext cx="5486400" cy="3085920"/>
          </a:xfrm>
          <a:prstGeom prst="rect">
            <a:avLst/>
          </a:prstGeom>
          <a:ln w="0">
            <a:noFill/>
          </a:ln>
        </p:spPr>
      </p:sp>
      <p:sp>
        <p:nvSpPr>
          <p:cNvPr id="224" name="PlaceHolder 2"/>
          <p:cNvSpPr>
            <a:spLocks noGrp="1"/>
          </p:cNvSpPr>
          <p:nvPr>
            <p:ph type="body"/>
          </p:nvPr>
        </p:nvSpPr>
        <p:spPr>
          <a:xfrm>
            <a:off x="685800" y="4400280"/>
            <a:ext cx="5486400" cy="3600720"/>
          </a:xfrm>
          <a:prstGeom prst="rect">
            <a:avLst/>
          </a:prstGeom>
          <a:noFill/>
          <a:ln w="0">
            <a:noFill/>
          </a:ln>
        </p:spPr>
        <p:txBody>
          <a:bodyPr lIns="0" tIns="0" rIns="0" bIns="0" anchor="t">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ru-RU" sz="1200" b="0" u="none" strike="noStrike">
              <a:solidFill>
                <a:srgbClr val="000000"/>
              </a:solidFill>
              <a:effectLst/>
              <a:uFillTx/>
              <a:latin typeface="Calibri"/>
            </a:endParaRPr>
          </a:p>
        </p:txBody>
      </p:sp>
      <p:sp>
        <p:nvSpPr>
          <p:cNvPr id="225" name="Номер слайда 3"/>
          <p:cNvSpPr/>
          <p:nvPr/>
        </p:nvSpPr>
        <p:spPr>
          <a:xfrm>
            <a:off x="3884400" y="8685000"/>
            <a:ext cx="2971800" cy="459000"/>
          </a:xfrm>
          <a:prstGeom prst="rect">
            <a:avLst/>
          </a:prstGeom>
          <a:noFill/>
          <a:ln w="3816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035AE0F3-5C22-4D75-83C5-34AAC0BF1C92}" type="slidenum">
              <a:rPr lang="ru-RU" sz="1200" b="0" u="none" strike="noStrike">
                <a:solidFill>
                  <a:srgbClr val="000000"/>
                </a:solidFill>
                <a:effectLst/>
                <a:uFillTx/>
                <a:latin typeface="Arial"/>
                <a:ea typeface="SimSun"/>
              </a:rPr>
              <a:t>&lt;number&gt;</a:t>
            </a:fld>
            <a:endParaRPr lang="en-US" sz="1200" b="0" u="none" strike="noStrike">
              <a:solidFill>
                <a:srgbClr val="000000"/>
              </a:solidFill>
              <a:effectLst/>
              <a:uFillTx/>
              <a:latin typeface="Arial"/>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6" name="PlaceHolder 1"/>
          <p:cNvSpPr>
            <a:spLocks noGrp="1"/>
          </p:cNvSpPr>
          <p:nvPr>
            <p:ph type="sldImg"/>
          </p:nvPr>
        </p:nvSpPr>
        <p:spPr>
          <a:xfrm>
            <a:off x="685800" y="1143000"/>
            <a:ext cx="5486400" cy="3085920"/>
          </a:xfrm>
          <a:prstGeom prst="rect">
            <a:avLst/>
          </a:prstGeom>
          <a:ln w="0">
            <a:noFill/>
          </a:ln>
        </p:spPr>
      </p:sp>
      <p:sp>
        <p:nvSpPr>
          <p:cNvPr id="227" name="PlaceHolder 2"/>
          <p:cNvSpPr>
            <a:spLocks noGrp="1"/>
          </p:cNvSpPr>
          <p:nvPr>
            <p:ph type="body"/>
          </p:nvPr>
        </p:nvSpPr>
        <p:spPr>
          <a:xfrm>
            <a:off x="685800" y="4400280"/>
            <a:ext cx="5486400" cy="3600720"/>
          </a:xfrm>
          <a:prstGeom prst="rect">
            <a:avLst/>
          </a:prstGeom>
          <a:noFill/>
          <a:ln w="0">
            <a:noFill/>
          </a:ln>
        </p:spPr>
        <p:txBody>
          <a:bodyPr lIns="0" tIns="0" rIns="0" bIns="0" anchor="t">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ru-RU" sz="1200" b="0" u="none" strike="noStrike">
              <a:solidFill>
                <a:srgbClr val="000000"/>
              </a:solidFill>
              <a:effectLst/>
              <a:uFillTx/>
              <a:latin typeface="Calibri"/>
            </a:endParaRPr>
          </a:p>
        </p:txBody>
      </p:sp>
      <p:sp>
        <p:nvSpPr>
          <p:cNvPr id="228" name="Номер слайда 3"/>
          <p:cNvSpPr/>
          <p:nvPr/>
        </p:nvSpPr>
        <p:spPr>
          <a:xfrm>
            <a:off x="3884400" y="8685000"/>
            <a:ext cx="2971800" cy="459000"/>
          </a:xfrm>
          <a:prstGeom prst="rect">
            <a:avLst/>
          </a:prstGeom>
          <a:noFill/>
          <a:ln w="3816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B7A1B24F-22AB-45BA-AE71-2FD65BD19B57}" type="slidenum">
              <a:rPr lang="ru-RU" sz="1200" b="0" u="none" strike="noStrike">
                <a:solidFill>
                  <a:srgbClr val="000000"/>
                </a:solidFill>
                <a:effectLst/>
                <a:uFillTx/>
                <a:latin typeface="Arial"/>
                <a:ea typeface="SimSun"/>
              </a:rPr>
              <a:t>&lt;number&gt;</a:t>
            </a:fld>
            <a:endParaRPr lang="en-US" sz="1200" b="0" u="none" strike="noStrike">
              <a:solidFill>
                <a:srgbClr val="000000"/>
              </a:solidFill>
              <a:effectLst/>
              <a:uFillTx/>
              <a:latin typeface="Arial"/>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9" name="PlaceHolder 1"/>
          <p:cNvSpPr>
            <a:spLocks noGrp="1"/>
          </p:cNvSpPr>
          <p:nvPr>
            <p:ph type="sldImg"/>
          </p:nvPr>
        </p:nvSpPr>
        <p:spPr>
          <a:xfrm>
            <a:off x="685800" y="1143000"/>
            <a:ext cx="5486400" cy="3085920"/>
          </a:xfrm>
          <a:prstGeom prst="rect">
            <a:avLst/>
          </a:prstGeom>
          <a:ln w="0">
            <a:noFill/>
          </a:ln>
        </p:spPr>
      </p:sp>
      <p:sp>
        <p:nvSpPr>
          <p:cNvPr id="230" name="PlaceHolder 2"/>
          <p:cNvSpPr>
            <a:spLocks noGrp="1"/>
          </p:cNvSpPr>
          <p:nvPr>
            <p:ph type="body"/>
          </p:nvPr>
        </p:nvSpPr>
        <p:spPr>
          <a:xfrm>
            <a:off x="685800" y="4400280"/>
            <a:ext cx="5486400" cy="3600720"/>
          </a:xfrm>
          <a:prstGeom prst="rect">
            <a:avLst/>
          </a:prstGeom>
          <a:noFill/>
          <a:ln w="0">
            <a:noFill/>
          </a:ln>
        </p:spPr>
        <p:txBody>
          <a:bodyPr lIns="0" tIns="0" rIns="0" bIns="0" anchor="t">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ru-RU" sz="1200" b="0" u="none" strike="noStrike">
              <a:solidFill>
                <a:srgbClr val="000000"/>
              </a:solidFill>
              <a:effectLst/>
              <a:uFillTx/>
              <a:latin typeface="Calibri"/>
            </a:endParaRPr>
          </a:p>
        </p:txBody>
      </p:sp>
      <p:sp>
        <p:nvSpPr>
          <p:cNvPr id="231" name="Номер слайда 3"/>
          <p:cNvSpPr/>
          <p:nvPr/>
        </p:nvSpPr>
        <p:spPr>
          <a:xfrm>
            <a:off x="3884400" y="8685000"/>
            <a:ext cx="2971800" cy="459000"/>
          </a:xfrm>
          <a:prstGeom prst="rect">
            <a:avLst/>
          </a:prstGeom>
          <a:noFill/>
          <a:ln w="3816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FBF9CAA6-C712-4DA6-8A15-47950CEDF0DF}" type="slidenum">
              <a:rPr lang="ru-RU" sz="1200" b="0" u="none" strike="noStrike">
                <a:solidFill>
                  <a:srgbClr val="000000"/>
                </a:solidFill>
                <a:effectLst/>
                <a:uFillTx/>
                <a:latin typeface="Arial"/>
                <a:ea typeface="SimSun"/>
              </a:rPr>
              <a:t>&lt;number&gt;</a:t>
            </a:fld>
            <a:endParaRPr lang="en-US" sz="1200" b="0" u="none" strike="noStrike">
              <a:solidFill>
                <a:srgbClr val="000000"/>
              </a:solidFill>
              <a:effectLst/>
              <a:uFillTx/>
              <a:latin typeface="Arial"/>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2" name="PlaceHolder 1"/>
          <p:cNvSpPr>
            <a:spLocks noGrp="1"/>
          </p:cNvSpPr>
          <p:nvPr>
            <p:ph type="sldImg"/>
          </p:nvPr>
        </p:nvSpPr>
        <p:spPr>
          <a:xfrm>
            <a:off x="685800" y="1143000"/>
            <a:ext cx="5486400" cy="3085920"/>
          </a:xfrm>
          <a:prstGeom prst="rect">
            <a:avLst/>
          </a:prstGeom>
          <a:ln w="0">
            <a:noFill/>
          </a:ln>
        </p:spPr>
      </p:sp>
      <p:sp>
        <p:nvSpPr>
          <p:cNvPr id="233" name="PlaceHolder 2"/>
          <p:cNvSpPr>
            <a:spLocks noGrp="1"/>
          </p:cNvSpPr>
          <p:nvPr>
            <p:ph type="body"/>
          </p:nvPr>
        </p:nvSpPr>
        <p:spPr>
          <a:xfrm>
            <a:off x="685800" y="4400280"/>
            <a:ext cx="5486400" cy="3600720"/>
          </a:xfrm>
          <a:prstGeom prst="rect">
            <a:avLst/>
          </a:prstGeom>
          <a:noFill/>
          <a:ln w="0">
            <a:noFill/>
          </a:ln>
        </p:spPr>
        <p:txBody>
          <a:bodyPr lIns="0" tIns="0" rIns="0" bIns="0" anchor="t">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ru-RU" sz="1200" b="0" u="none" strike="noStrike">
              <a:solidFill>
                <a:srgbClr val="000000"/>
              </a:solidFill>
              <a:effectLst/>
              <a:uFillTx/>
              <a:latin typeface="Calibri"/>
            </a:endParaRPr>
          </a:p>
        </p:txBody>
      </p:sp>
      <p:sp>
        <p:nvSpPr>
          <p:cNvPr id="234" name="Номер слайда 3"/>
          <p:cNvSpPr/>
          <p:nvPr/>
        </p:nvSpPr>
        <p:spPr>
          <a:xfrm>
            <a:off x="3884400" y="8685000"/>
            <a:ext cx="2971800" cy="459000"/>
          </a:xfrm>
          <a:prstGeom prst="rect">
            <a:avLst/>
          </a:prstGeom>
          <a:noFill/>
          <a:ln w="3816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92F31E45-04CC-40BA-9326-C299FBF575B2}" type="slidenum">
              <a:rPr lang="ru-RU" sz="1200" b="0" u="none" strike="noStrike">
                <a:solidFill>
                  <a:srgbClr val="000000"/>
                </a:solidFill>
                <a:effectLst/>
                <a:uFillTx/>
                <a:latin typeface="Arial"/>
                <a:ea typeface="SimSun"/>
              </a:rPr>
              <a:t>&lt;number&gt;</a:t>
            </a:fld>
            <a:endParaRPr lang="en-US" sz="1200" b="0" u="none" strike="noStrike">
              <a:solidFill>
                <a:srgbClr val="000000"/>
              </a:solidFill>
              <a:effectLst/>
              <a:uFillTx/>
              <a:latin typeface="Arial"/>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5" name="PlaceHolder 1"/>
          <p:cNvSpPr>
            <a:spLocks noGrp="1"/>
          </p:cNvSpPr>
          <p:nvPr>
            <p:ph type="sldImg"/>
          </p:nvPr>
        </p:nvSpPr>
        <p:spPr>
          <a:xfrm>
            <a:off x="685800" y="1143000"/>
            <a:ext cx="5486400" cy="3085920"/>
          </a:xfrm>
          <a:prstGeom prst="rect">
            <a:avLst/>
          </a:prstGeom>
          <a:ln w="0">
            <a:noFill/>
          </a:ln>
        </p:spPr>
      </p:sp>
      <p:sp>
        <p:nvSpPr>
          <p:cNvPr id="236" name="PlaceHolder 2"/>
          <p:cNvSpPr>
            <a:spLocks noGrp="1"/>
          </p:cNvSpPr>
          <p:nvPr>
            <p:ph type="body"/>
          </p:nvPr>
        </p:nvSpPr>
        <p:spPr>
          <a:xfrm>
            <a:off x="685800" y="4400280"/>
            <a:ext cx="5486400" cy="3600720"/>
          </a:xfrm>
          <a:prstGeom prst="rect">
            <a:avLst/>
          </a:prstGeom>
          <a:noFill/>
          <a:ln w="0">
            <a:noFill/>
          </a:ln>
        </p:spPr>
        <p:txBody>
          <a:bodyPr lIns="0" tIns="0" rIns="0" bIns="0" anchor="t">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ru-RU" sz="1200" b="0" u="none" strike="noStrike">
              <a:solidFill>
                <a:srgbClr val="000000"/>
              </a:solidFill>
              <a:effectLst/>
              <a:uFillTx/>
              <a:latin typeface="Calibri"/>
            </a:endParaRPr>
          </a:p>
        </p:txBody>
      </p:sp>
      <p:sp>
        <p:nvSpPr>
          <p:cNvPr id="237" name="Номер слайда 3"/>
          <p:cNvSpPr/>
          <p:nvPr/>
        </p:nvSpPr>
        <p:spPr>
          <a:xfrm>
            <a:off x="3884400" y="8685000"/>
            <a:ext cx="2971800" cy="459000"/>
          </a:xfrm>
          <a:prstGeom prst="rect">
            <a:avLst/>
          </a:prstGeom>
          <a:noFill/>
          <a:ln w="3816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7C702915-F31F-4C59-8C5D-EBE01B65C32F}" type="slidenum">
              <a:rPr lang="ru-RU" sz="1200" b="0" u="none" strike="noStrike">
                <a:solidFill>
                  <a:srgbClr val="000000"/>
                </a:solidFill>
                <a:effectLst/>
                <a:uFillTx/>
                <a:latin typeface="Arial"/>
                <a:ea typeface="SimSun"/>
              </a:rPr>
              <a:t>&lt;number&gt;</a:t>
            </a:fld>
            <a:endParaRPr lang="en-US" sz="1200" b="0" u="none" strike="noStrike">
              <a:solidFill>
                <a:srgbClr val="000000"/>
              </a:solidFill>
              <a:effectLst/>
              <a:uFillTx/>
              <a:latin typeface="Arial"/>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8" name="PlaceHolder 1"/>
          <p:cNvSpPr>
            <a:spLocks noGrp="1"/>
          </p:cNvSpPr>
          <p:nvPr>
            <p:ph type="sldImg"/>
          </p:nvPr>
        </p:nvSpPr>
        <p:spPr>
          <a:xfrm>
            <a:off x="685800" y="1143000"/>
            <a:ext cx="5486400" cy="3085920"/>
          </a:xfrm>
          <a:prstGeom prst="rect">
            <a:avLst/>
          </a:prstGeom>
          <a:ln w="0">
            <a:noFill/>
          </a:ln>
        </p:spPr>
      </p:sp>
      <p:sp>
        <p:nvSpPr>
          <p:cNvPr id="239" name="PlaceHolder 2"/>
          <p:cNvSpPr>
            <a:spLocks noGrp="1"/>
          </p:cNvSpPr>
          <p:nvPr>
            <p:ph type="body"/>
          </p:nvPr>
        </p:nvSpPr>
        <p:spPr>
          <a:xfrm>
            <a:off x="685800" y="4400280"/>
            <a:ext cx="5486400" cy="3600720"/>
          </a:xfrm>
          <a:prstGeom prst="rect">
            <a:avLst/>
          </a:prstGeom>
          <a:noFill/>
          <a:ln w="0">
            <a:noFill/>
          </a:ln>
        </p:spPr>
        <p:txBody>
          <a:bodyPr lIns="0" tIns="0" rIns="0" bIns="0" anchor="t">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ru-RU" sz="1200" b="0" u="none" strike="noStrike">
              <a:solidFill>
                <a:srgbClr val="000000"/>
              </a:solidFill>
              <a:effectLst/>
              <a:uFillTx/>
              <a:latin typeface="Calibri"/>
            </a:endParaRPr>
          </a:p>
        </p:txBody>
      </p:sp>
      <p:sp>
        <p:nvSpPr>
          <p:cNvPr id="240" name="Номер слайда 3"/>
          <p:cNvSpPr/>
          <p:nvPr/>
        </p:nvSpPr>
        <p:spPr>
          <a:xfrm>
            <a:off x="3884400" y="8685000"/>
            <a:ext cx="2971800" cy="459000"/>
          </a:xfrm>
          <a:prstGeom prst="rect">
            <a:avLst/>
          </a:prstGeom>
          <a:noFill/>
          <a:ln w="3816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E93D0C1B-AB59-40DB-B607-B37D31EB3D0F}" type="slidenum">
              <a:rPr lang="ru-RU" sz="1200" b="0" u="none" strike="noStrike">
                <a:solidFill>
                  <a:srgbClr val="000000"/>
                </a:solidFill>
                <a:effectLst/>
                <a:uFillTx/>
                <a:latin typeface="Arial"/>
                <a:ea typeface="SimSun"/>
              </a:rPr>
              <a:t>&lt;number&gt;</a:t>
            </a:fld>
            <a:endParaRPr lang="en-US" sz="1200" b="0" u="none" strike="noStrike">
              <a:solidFill>
                <a:srgbClr val="000000"/>
              </a:solidFill>
              <a:effectLst/>
              <a:uFillTx/>
              <a:latin typeface="Arial"/>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1" name="PlaceHolder 1"/>
          <p:cNvSpPr>
            <a:spLocks noGrp="1"/>
          </p:cNvSpPr>
          <p:nvPr>
            <p:ph type="sldImg"/>
          </p:nvPr>
        </p:nvSpPr>
        <p:spPr>
          <a:xfrm>
            <a:off x="685800" y="1143000"/>
            <a:ext cx="5486400" cy="3085920"/>
          </a:xfrm>
          <a:prstGeom prst="rect">
            <a:avLst/>
          </a:prstGeom>
          <a:ln w="0">
            <a:noFill/>
          </a:ln>
        </p:spPr>
      </p:sp>
      <p:sp>
        <p:nvSpPr>
          <p:cNvPr id="242" name="PlaceHolder 2"/>
          <p:cNvSpPr>
            <a:spLocks noGrp="1"/>
          </p:cNvSpPr>
          <p:nvPr>
            <p:ph type="body"/>
          </p:nvPr>
        </p:nvSpPr>
        <p:spPr>
          <a:xfrm>
            <a:off x="685800" y="4400280"/>
            <a:ext cx="5486400" cy="3600720"/>
          </a:xfrm>
          <a:prstGeom prst="rect">
            <a:avLst/>
          </a:prstGeom>
          <a:noFill/>
          <a:ln w="0">
            <a:noFill/>
          </a:ln>
        </p:spPr>
        <p:txBody>
          <a:bodyPr lIns="0" tIns="0" rIns="0" bIns="0" anchor="t">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ru-RU" sz="1200" b="0" u="none" strike="noStrike">
              <a:solidFill>
                <a:srgbClr val="000000"/>
              </a:solidFill>
              <a:effectLst/>
              <a:uFillTx/>
              <a:latin typeface="Calibri"/>
            </a:endParaRPr>
          </a:p>
        </p:txBody>
      </p:sp>
      <p:sp>
        <p:nvSpPr>
          <p:cNvPr id="243" name="Номер слайда 3"/>
          <p:cNvSpPr/>
          <p:nvPr/>
        </p:nvSpPr>
        <p:spPr>
          <a:xfrm>
            <a:off x="3884400" y="8685000"/>
            <a:ext cx="2971800" cy="459000"/>
          </a:xfrm>
          <a:prstGeom prst="rect">
            <a:avLst/>
          </a:prstGeom>
          <a:noFill/>
          <a:ln w="3816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BA11A7AA-295F-4D9F-8B65-35935CD0FD3C}" type="slidenum">
              <a:rPr lang="ru-RU" sz="1200" b="0" u="none" strike="noStrike">
                <a:solidFill>
                  <a:srgbClr val="000000"/>
                </a:solidFill>
                <a:effectLst/>
                <a:uFillTx/>
                <a:latin typeface="Arial"/>
                <a:ea typeface="SimSun"/>
              </a:rPr>
              <a:t>&lt;number&gt;</a:t>
            </a:fld>
            <a:endParaRPr lang="en-US" sz="1200" b="0" u="none" strike="noStrike">
              <a:solidFill>
                <a:srgbClr val="000000"/>
              </a:solidFill>
              <a:effectLst/>
              <a:uFillTx/>
              <a:latin typeface="Arial"/>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4" name="PlaceHolder 1"/>
          <p:cNvSpPr>
            <a:spLocks noGrp="1"/>
          </p:cNvSpPr>
          <p:nvPr>
            <p:ph type="sldImg"/>
          </p:nvPr>
        </p:nvSpPr>
        <p:spPr>
          <a:xfrm>
            <a:off x="685800" y="1143000"/>
            <a:ext cx="5486400" cy="3085920"/>
          </a:xfrm>
          <a:prstGeom prst="rect">
            <a:avLst/>
          </a:prstGeom>
          <a:ln w="0">
            <a:noFill/>
          </a:ln>
        </p:spPr>
      </p:sp>
      <p:sp>
        <p:nvSpPr>
          <p:cNvPr id="245" name="PlaceHolder 2"/>
          <p:cNvSpPr>
            <a:spLocks noGrp="1"/>
          </p:cNvSpPr>
          <p:nvPr>
            <p:ph type="body"/>
          </p:nvPr>
        </p:nvSpPr>
        <p:spPr>
          <a:xfrm>
            <a:off x="685800" y="4400280"/>
            <a:ext cx="5486400" cy="3600720"/>
          </a:xfrm>
          <a:prstGeom prst="rect">
            <a:avLst/>
          </a:prstGeom>
          <a:noFill/>
          <a:ln w="0">
            <a:noFill/>
          </a:ln>
        </p:spPr>
        <p:txBody>
          <a:bodyPr lIns="0" tIns="0" rIns="0" bIns="0" anchor="t">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ru-RU" sz="1200" b="0" u="none" strike="noStrike">
              <a:solidFill>
                <a:srgbClr val="000000"/>
              </a:solidFill>
              <a:effectLst/>
              <a:uFillTx/>
              <a:latin typeface="Calibri"/>
            </a:endParaRPr>
          </a:p>
        </p:txBody>
      </p:sp>
      <p:sp>
        <p:nvSpPr>
          <p:cNvPr id="246" name="Номер слайда 3"/>
          <p:cNvSpPr/>
          <p:nvPr/>
        </p:nvSpPr>
        <p:spPr>
          <a:xfrm>
            <a:off x="3884400" y="8685000"/>
            <a:ext cx="2971800" cy="459000"/>
          </a:xfrm>
          <a:prstGeom prst="rect">
            <a:avLst/>
          </a:prstGeom>
          <a:noFill/>
          <a:ln w="3816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1D617BA8-DAA0-4AB5-B2AA-370E2195B6EE}" type="slidenum">
              <a:rPr lang="ru-RU" sz="1200" b="0" u="none" strike="noStrike">
                <a:solidFill>
                  <a:srgbClr val="000000"/>
                </a:solidFill>
                <a:effectLst/>
                <a:uFillTx/>
                <a:latin typeface="Arial"/>
                <a:ea typeface="SimSun"/>
              </a:rPr>
              <a:t>&lt;number&gt;</a:t>
            </a:fld>
            <a:endParaRPr lang="en-US" sz="1200" b="0" u="none" strike="noStrike">
              <a:solidFill>
                <a:srgbClr val="000000"/>
              </a:solidFill>
              <a:effectLst/>
              <a:uFillTx/>
              <a:latin typeface="Arial"/>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7" name="PlaceHolder 1"/>
          <p:cNvSpPr>
            <a:spLocks noGrp="1"/>
          </p:cNvSpPr>
          <p:nvPr>
            <p:ph type="sldImg"/>
          </p:nvPr>
        </p:nvSpPr>
        <p:spPr>
          <a:xfrm>
            <a:off x="685800" y="1143000"/>
            <a:ext cx="5486400" cy="3085920"/>
          </a:xfrm>
          <a:prstGeom prst="rect">
            <a:avLst/>
          </a:prstGeom>
          <a:ln w="0">
            <a:noFill/>
          </a:ln>
        </p:spPr>
      </p:sp>
      <p:sp>
        <p:nvSpPr>
          <p:cNvPr id="248" name="PlaceHolder 2"/>
          <p:cNvSpPr>
            <a:spLocks noGrp="1"/>
          </p:cNvSpPr>
          <p:nvPr>
            <p:ph type="body"/>
          </p:nvPr>
        </p:nvSpPr>
        <p:spPr>
          <a:xfrm>
            <a:off x="685800" y="4400280"/>
            <a:ext cx="5486400" cy="3600720"/>
          </a:xfrm>
          <a:prstGeom prst="rect">
            <a:avLst/>
          </a:prstGeom>
          <a:noFill/>
          <a:ln w="0">
            <a:noFill/>
          </a:ln>
        </p:spPr>
        <p:txBody>
          <a:bodyPr lIns="0" tIns="0" rIns="0" bIns="0" anchor="t">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ru-RU" sz="1200" b="0" u="none" strike="noStrike">
              <a:solidFill>
                <a:srgbClr val="000000"/>
              </a:solidFill>
              <a:effectLst/>
              <a:uFillTx/>
              <a:latin typeface="Calibri"/>
            </a:endParaRPr>
          </a:p>
        </p:txBody>
      </p:sp>
      <p:sp>
        <p:nvSpPr>
          <p:cNvPr id="249" name="Номер слайда 3"/>
          <p:cNvSpPr/>
          <p:nvPr/>
        </p:nvSpPr>
        <p:spPr>
          <a:xfrm>
            <a:off x="3884400" y="8685000"/>
            <a:ext cx="2971800" cy="459000"/>
          </a:xfrm>
          <a:prstGeom prst="rect">
            <a:avLst/>
          </a:prstGeom>
          <a:noFill/>
          <a:ln w="3816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61567C69-0962-4795-B560-A00095364D30}" type="slidenum">
              <a:rPr lang="ru-RU" sz="1200" b="0" u="none" strike="noStrike">
                <a:solidFill>
                  <a:srgbClr val="000000"/>
                </a:solidFill>
                <a:effectLst/>
                <a:uFillTx/>
                <a:latin typeface="Arial"/>
                <a:ea typeface="SimSun"/>
              </a:rPr>
              <a:t>&lt;number&gt;</a:t>
            </a:fld>
            <a:endParaRPr lang="en-US" sz="1200" b="0" u="none" strike="noStrike">
              <a:solidFill>
                <a:srgbClr val="000000"/>
              </a:solidFill>
              <a:effectLst/>
              <a:uFillTx/>
              <a:latin typeface="Arial"/>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0" name="PlaceHolder 1"/>
          <p:cNvSpPr>
            <a:spLocks noGrp="1"/>
          </p:cNvSpPr>
          <p:nvPr>
            <p:ph type="sldImg"/>
          </p:nvPr>
        </p:nvSpPr>
        <p:spPr>
          <a:xfrm>
            <a:off x="685800" y="1143000"/>
            <a:ext cx="5486400" cy="3085920"/>
          </a:xfrm>
          <a:prstGeom prst="rect">
            <a:avLst/>
          </a:prstGeom>
          <a:ln w="0">
            <a:noFill/>
          </a:ln>
        </p:spPr>
      </p:sp>
      <p:sp>
        <p:nvSpPr>
          <p:cNvPr id="251" name="PlaceHolder 2"/>
          <p:cNvSpPr>
            <a:spLocks noGrp="1"/>
          </p:cNvSpPr>
          <p:nvPr>
            <p:ph type="body"/>
          </p:nvPr>
        </p:nvSpPr>
        <p:spPr>
          <a:xfrm>
            <a:off x="685800" y="4400280"/>
            <a:ext cx="5486400" cy="3600720"/>
          </a:xfrm>
          <a:prstGeom prst="rect">
            <a:avLst/>
          </a:prstGeom>
          <a:noFill/>
          <a:ln w="0">
            <a:noFill/>
          </a:ln>
        </p:spPr>
        <p:txBody>
          <a:bodyPr lIns="0" tIns="0" rIns="0" bIns="0" anchor="t">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ru-RU" sz="1200" b="0" u="none" strike="noStrike">
              <a:solidFill>
                <a:srgbClr val="000000"/>
              </a:solidFill>
              <a:effectLst/>
              <a:uFillTx/>
              <a:latin typeface="Calibri"/>
            </a:endParaRPr>
          </a:p>
        </p:txBody>
      </p:sp>
      <p:sp>
        <p:nvSpPr>
          <p:cNvPr id="252" name="Номер слайда 3"/>
          <p:cNvSpPr/>
          <p:nvPr/>
        </p:nvSpPr>
        <p:spPr>
          <a:xfrm>
            <a:off x="3884400" y="8685000"/>
            <a:ext cx="2971800" cy="459000"/>
          </a:xfrm>
          <a:prstGeom prst="rect">
            <a:avLst/>
          </a:prstGeom>
          <a:noFill/>
          <a:ln w="3816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D90401B2-27FB-44F8-B93D-D9D4129A6515}" type="slidenum">
              <a:rPr lang="ru-RU" sz="1200" b="0" u="none" strike="noStrike">
                <a:solidFill>
                  <a:srgbClr val="000000"/>
                </a:solidFill>
                <a:effectLst/>
                <a:uFillTx/>
                <a:latin typeface="Arial"/>
                <a:ea typeface="SimSun"/>
              </a:rPr>
              <a:t>&lt;number&gt;</a:t>
            </a:fld>
            <a:endParaRPr lang="en-US" sz="1200" b="0" u="none" strike="noStrike">
              <a:solidFill>
                <a:srgbClr val="000000"/>
              </a:solidFill>
              <a:effectLst/>
              <a:uFillTx/>
              <a:latin typeface="Arial"/>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3" name="PlaceHolder 1"/>
          <p:cNvSpPr>
            <a:spLocks noGrp="1"/>
          </p:cNvSpPr>
          <p:nvPr>
            <p:ph type="sldImg"/>
          </p:nvPr>
        </p:nvSpPr>
        <p:spPr>
          <a:xfrm>
            <a:off x="685800" y="1143000"/>
            <a:ext cx="5486400" cy="3085920"/>
          </a:xfrm>
          <a:prstGeom prst="rect">
            <a:avLst/>
          </a:prstGeom>
          <a:ln w="0">
            <a:noFill/>
          </a:ln>
        </p:spPr>
      </p:sp>
      <p:sp>
        <p:nvSpPr>
          <p:cNvPr id="254" name="PlaceHolder 2"/>
          <p:cNvSpPr>
            <a:spLocks noGrp="1"/>
          </p:cNvSpPr>
          <p:nvPr>
            <p:ph type="body"/>
          </p:nvPr>
        </p:nvSpPr>
        <p:spPr>
          <a:xfrm>
            <a:off x="685800" y="4400280"/>
            <a:ext cx="5486400" cy="3600720"/>
          </a:xfrm>
          <a:prstGeom prst="rect">
            <a:avLst/>
          </a:prstGeom>
          <a:noFill/>
          <a:ln w="0">
            <a:noFill/>
          </a:ln>
        </p:spPr>
        <p:txBody>
          <a:bodyPr lIns="0" tIns="0" rIns="0" bIns="0" anchor="t">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ru-RU" sz="1200" b="0" u="none" strike="noStrike">
              <a:solidFill>
                <a:srgbClr val="000000"/>
              </a:solidFill>
              <a:effectLst/>
              <a:uFillTx/>
              <a:latin typeface="Calibri"/>
            </a:endParaRPr>
          </a:p>
        </p:txBody>
      </p:sp>
      <p:sp>
        <p:nvSpPr>
          <p:cNvPr id="255" name="Номер слайда 3"/>
          <p:cNvSpPr/>
          <p:nvPr/>
        </p:nvSpPr>
        <p:spPr>
          <a:xfrm>
            <a:off x="3884400" y="8685000"/>
            <a:ext cx="2971800" cy="459000"/>
          </a:xfrm>
          <a:prstGeom prst="rect">
            <a:avLst/>
          </a:prstGeom>
          <a:noFill/>
          <a:ln w="3816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AEA6D338-273E-4169-A5A4-672FB8935852}" type="slidenum">
              <a:rPr lang="ru-RU" sz="1200" b="0" u="none" strike="noStrike">
                <a:solidFill>
                  <a:srgbClr val="000000"/>
                </a:solidFill>
                <a:effectLst/>
                <a:uFillTx/>
                <a:latin typeface="Arial"/>
                <a:ea typeface="SimSun"/>
              </a:rPr>
              <a:t>&lt;number&gt;</a:t>
            </a:fld>
            <a:endParaRPr lang="en-US" sz="1200" b="0" u="none" strike="noStrike">
              <a:solidFill>
                <a:srgbClr val="000000"/>
              </a:solidFill>
              <a:effectLst/>
              <a:uFillTx/>
              <a:latin typeface="Arial"/>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6" name="PlaceHolder 1"/>
          <p:cNvSpPr>
            <a:spLocks noGrp="1"/>
          </p:cNvSpPr>
          <p:nvPr>
            <p:ph type="sldImg"/>
          </p:nvPr>
        </p:nvSpPr>
        <p:spPr>
          <a:xfrm>
            <a:off x="685800" y="1143000"/>
            <a:ext cx="5486400" cy="3085920"/>
          </a:xfrm>
          <a:prstGeom prst="rect">
            <a:avLst/>
          </a:prstGeom>
          <a:ln w="0">
            <a:noFill/>
          </a:ln>
        </p:spPr>
      </p:sp>
      <p:sp>
        <p:nvSpPr>
          <p:cNvPr id="257" name="PlaceHolder 2"/>
          <p:cNvSpPr>
            <a:spLocks noGrp="1"/>
          </p:cNvSpPr>
          <p:nvPr>
            <p:ph type="body"/>
          </p:nvPr>
        </p:nvSpPr>
        <p:spPr>
          <a:xfrm>
            <a:off x="685800" y="4400280"/>
            <a:ext cx="5486400" cy="3600720"/>
          </a:xfrm>
          <a:prstGeom prst="rect">
            <a:avLst/>
          </a:prstGeom>
          <a:noFill/>
          <a:ln w="0">
            <a:noFill/>
          </a:ln>
        </p:spPr>
        <p:txBody>
          <a:bodyPr lIns="0" tIns="0" rIns="0" bIns="0" anchor="t">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ru-RU" sz="1200" b="0" u="none" strike="noStrike">
              <a:solidFill>
                <a:srgbClr val="000000"/>
              </a:solidFill>
              <a:effectLst/>
              <a:uFillTx/>
              <a:latin typeface="Calibri"/>
            </a:endParaRPr>
          </a:p>
        </p:txBody>
      </p:sp>
      <p:sp>
        <p:nvSpPr>
          <p:cNvPr id="258" name="Номер слайда 3"/>
          <p:cNvSpPr/>
          <p:nvPr/>
        </p:nvSpPr>
        <p:spPr>
          <a:xfrm>
            <a:off x="3884400" y="8685000"/>
            <a:ext cx="2971800" cy="459000"/>
          </a:xfrm>
          <a:prstGeom prst="rect">
            <a:avLst/>
          </a:prstGeom>
          <a:noFill/>
          <a:ln w="3816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ABDC8FC4-9B19-46FF-9BCC-8693DF2AEF0A}" type="slidenum">
              <a:rPr lang="ru-RU" sz="1200" b="0" u="none" strike="noStrike">
                <a:solidFill>
                  <a:srgbClr val="000000"/>
                </a:solidFill>
                <a:effectLst/>
                <a:uFillTx/>
                <a:latin typeface="Arial"/>
                <a:ea typeface="SimSun"/>
              </a:rPr>
              <a:t>&lt;number&gt;</a:t>
            </a:fld>
            <a:endParaRPr lang="en-US" sz="1200" b="0" u="none" strike="noStrike">
              <a:solidFill>
                <a:srgbClr val="000000"/>
              </a:solidFill>
              <a:effectLst/>
              <a:uFillTx/>
              <a:latin typeface="Arial"/>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9" name="PlaceHolder 1"/>
          <p:cNvSpPr>
            <a:spLocks noGrp="1"/>
          </p:cNvSpPr>
          <p:nvPr>
            <p:ph type="sldImg"/>
          </p:nvPr>
        </p:nvSpPr>
        <p:spPr>
          <a:xfrm>
            <a:off x="685800" y="1143000"/>
            <a:ext cx="5486400" cy="3085920"/>
          </a:xfrm>
          <a:prstGeom prst="rect">
            <a:avLst/>
          </a:prstGeom>
          <a:ln w="0">
            <a:noFill/>
          </a:ln>
        </p:spPr>
      </p:sp>
      <p:sp>
        <p:nvSpPr>
          <p:cNvPr id="260" name="PlaceHolder 2"/>
          <p:cNvSpPr>
            <a:spLocks noGrp="1"/>
          </p:cNvSpPr>
          <p:nvPr>
            <p:ph type="body"/>
          </p:nvPr>
        </p:nvSpPr>
        <p:spPr>
          <a:xfrm>
            <a:off x="685800" y="4400280"/>
            <a:ext cx="5486400" cy="3600720"/>
          </a:xfrm>
          <a:prstGeom prst="rect">
            <a:avLst/>
          </a:prstGeom>
          <a:noFill/>
          <a:ln w="0">
            <a:noFill/>
          </a:ln>
        </p:spPr>
        <p:txBody>
          <a:bodyPr lIns="0" tIns="0" rIns="0" bIns="0" anchor="t">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ru-RU" sz="1200" b="0" u="none" strike="noStrike">
              <a:solidFill>
                <a:srgbClr val="000000"/>
              </a:solidFill>
              <a:effectLst/>
              <a:uFillTx/>
              <a:latin typeface="Calibri"/>
            </a:endParaRPr>
          </a:p>
        </p:txBody>
      </p:sp>
      <p:sp>
        <p:nvSpPr>
          <p:cNvPr id="261" name="Номер слайда 3"/>
          <p:cNvSpPr/>
          <p:nvPr/>
        </p:nvSpPr>
        <p:spPr>
          <a:xfrm>
            <a:off x="3884400" y="8685000"/>
            <a:ext cx="2971800" cy="459000"/>
          </a:xfrm>
          <a:prstGeom prst="rect">
            <a:avLst/>
          </a:prstGeom>
          <a:noFill/>
          <a:ln w="3816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D0FA057F-0051-4E3F-8D1E-E12555BE98AB}" type="slidenum">
              <a:rPr lang="ru-RU" sz="1200" b="0" u="none" strike="noStrike">
                <a:solidFill>
                  <a:srgbClr val="000000"/>
                </a:solidFill>
                <a:effectLst/>
                <a:uFillTx/>
                <a:latin typeface="Arial"/>
                <a:ea typeface="SimSun"/>
              </a:rPr>
              <a:t>&lt;number&gt;</a:t>
            </a:fld>
            <a:endParaRPr lang="en-US" sz="1200" b="0" u="none" strike="noStrike">
              <a:solidFill>
                <a:srgbClr val="000000"/>
              </a:solidFill>
              <a:effectLst/>
              <a:uFillTx/>
              <a:latin typeface="Arial"/>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2" name="PlaceHolder 1"/>
          <p:cNvSpPr>
            <a:spLocks noGrp="1"/>
          </p:cNvSpPr>
          <p:nvPr>
            <p:ph type="sldImg"/>
          </p:nvPr>
        </p:nvSpPr>
        <p:spPr>
          <a:xfrm>
            <a:off x="685800" y="1143000"/>
            <a:ext cx="5486400" cy="3085920"/>
          </a:xfrm>
          <a:prstGeom prst="rect">
            <a:avLst/>
          </a:prstGeom>
          <a:ln w="0">
            <a:noFill/>
          </a:ln>
        </p:spPr>
      </p:sp>
      <p:sp>
        <p:nvSpPr>
          <p:cNvPr id="263" name="PlaceHolder 2"/>
          <p:cNvSpPr>
            <a:spLocks noGrp="1"/>
          </p:cNvSpPr>
          <p:nvPr>
            <p:ph type="body"/>
          </p:nvPr>
        </p:nvSpPr>
        <p:spPr>
          <a:xfrm>
            <a:off x="685800" y="4400280"/>
            <a:ext cx="5486400" cy="3600720"/>
          </a:xfrm>
          <a:prstGeom prst="rect">
            <a:avLst/>
          </a:prstGeom>
          <a:noFill/>
          <a:ln w="0">
            <a:noFill/>
          </a:ln>
        </p:spPr>
        <p:txBody>
          <a:bodyPr lIns="0" tIns="0" rIns="0" bIns="0" anchor="t">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ru-RU" sz="1200" b="0" u="none" strike="noStrike">
              <a:solidFill>
                <a:srgbClr val="000000"/>
              </a:solidFill>
              <a:effectLst/>
              <a:uFillTx/>
              <a:latin typeface="Calibri"/>
            </a:endParaRPr>
          </a:p>
        </p:txBody>
      </p:sp>
      <p:sp>
        <p:nvSpPr>
          <p:cNvPr id="264" name="Номер слайда 3"/>
          <p:cNvSpPr/>
          <p:nvPr/>
        </p:nvSpPr>
        <p:spPr>
          <a:xfrm>
            <a:off x="3884400" y="8685000"/>
            <a:ext cx="2971800" cy="459000"/>
          </a:xfrm>
          <a:prstGeom prst="rect">
            <a:avLst/>
          </a:prstGeom>
          <a:noFill/>
          <a:ln w="3816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5E2DF4CA-034D-4B9B-8418-C8CC8DFA6BCC}" type="slidenum">
              <a:rPr lang="ru-RU" sz="1200" b="0" u="none" strike="noStrike">
                <a:solidFill>
                  <a:srgbClr val="000000"/>
                </a:solidFill>
                <a:effectLst/>
                <a:uFillTx/>
                <a:latin typeface="Arial"/>
                <a:ea typeface="SimSun"/>
              </a:rPr>
              <a:t>&lt;number&gt;</a:t>
            </a:fld>
            <a:endParaRPr lang="en-US" sz="1200" b="0" u="none" strike="noStrike">
              <a:solidFill>
                <a:srgbClr val="000000"/>
              </a:solidFill>
              <a:effectLst/>
              <a:uFillTx/>
              <a:latin typeface="Arial"/>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5" name="PlaceHolder 1"/>
          <p:cNvSpPr>
            <a:spLocks noGrp="1"/>
          </p:cNvSpPr>
          <p:nvPr>
            <p:ph type="sldImg"/>
          </p:nvPr>
        </p:nvSpPr>
        <p:spPr>
          <a:xfrm>
            <a:off x="685800" y="1143000"/>
            <a:ext cx="5486400" cy="3085920"/>
          </a:xfrm>
          <a:prstGeom prst="rect">
            <a:avLst/>
          </a:prstGeom>
          <a:ln w="0">
            <a:noFill/>
          </a:ln>
        </p:spPr>
      </p:sp>
      <p:sp>
        <p:nvSpPr>
          <p:cNvPr id="266" name="PlaceHolder 2"/>
          <p:cNvSpPr>
            <a:spLocks noGrp="1"/>
          </p:cNvSpPr>
          <p:nvPr>
            <p:ph type="body"/>
          </p:nvPr>
        </p:nvSpPr>
        <p:spPr>
          <a:xfrm>
            <a:off x="685800" y="4400280"/>
            <a:ext cx="5486400" cy="3600720"/>
          </a:xfrm>
          <a:prstGeom prst="rect">
            <a:avLst/>
          </a:prstGeom>
          <a:noFill/>
          <a:ln w="0">
            <a:noFill/>
          </a:ln>
        </p:spPr>
        <p:txBody>
          <a:bodyPr lIns="0" tIns="0" rIns="0" bIns="0" anchor="t">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ru-RU" sz="1200" b="0" u="none" strike="noStrike">
              <a:solidFill>
                <a:srgbClr val="000000"/>
              </a:solidFill>
              <a:effectLst/>
              <a:uFillTx/>
              <a:latin typeface="Calibri"/>
            </a:endParaRPr>
          </a:p>
        </p:txBody>
      </p:sp>
      <p:sp>
        <p:nvSpPr>
          <p:cNvPr id="267" name="Номер слайда 3"/>
          <p:cNvSpPr/>
          <p:nvPr/>
        </p:nvSpPr>
        <p:spPr>
          <a:xfrm>
            <a:off x="3884400" y="8685000"/>
            <a:ext cx="2971800" cy="459000"/>
          </a:xfrm>
          <a:prstGeom prst="rect">
            <a:avLst/>
          </a:prstGeom>
          <a:noFill/>
          <a:ln w="3816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99E9D08A-2EB0-430E-83CB-B2F454216A78}" type="slidenum">
              <a:rPr lang="ru-RU" sz="1200" b="0" u="none" strike="noStrike">
                <a:solidFill>
                  <a:srgbClr val="000000"/>
                </a:solidFill>
                <a:effectLst/>
                <a:uFillTx/>
                <a:latin typeface="Arial"/>
                <a:ea typeface="SimSun"/>
              </a:rPr>
              <a:t>&lt;number&gt;</a:t>
            </a:fld>
            <a:endParaRPr lang="en-US" sz="1200" b="0" u="none" strike="noStrike">
              <a:solidFill>
                <a:srgbClr val="000000"/>
              </a:solidFill>
              <a:effectLst/>
              <a:uFillTx/>
              <a:latin typeface="Arial"/>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8" name="PlaceHolder 1"/>
          <p:cNvSpPr>
            <a:spLocks noGrp="1"/>
          </p:cNvSpPr>
          <p:nvPr>
            <p:ph type="sldImg"/>
          </p:nvPr>
        </p:nvSpPr>
        <p:spPr>
          <a:xfrm>
            <a:off x="685800" y="1143000"/>
            <a:ext cx="5486400" cy="3085920"/>
          </a:xfrm>
          <a:prstGeom prst="rect">
            <a:avLst/>
          </a:prstGeom>
          <a:ln w="0">
            <a:noFill/>
          </a:ln>
        </p:spPr>
      </p:sp>
      <p:sp>
        <p:nvSpPr>
          <p:cNvPr id="269" name="PlaceHolder 2"/>
          <p:cNvSpPr>
            <a:spLocks noGrp="1"/>
          </p:cNvSpPr>
          <p:nvPr>
            <p:ph type="body"/>
          </p:nvPr>
        </p:nvSpPr>
        <p:spPr>
          <a:xfrm>
            <a:off x="685800" y="4400280"/>
            <a:ext cx="5486400" cy="3600720"/>
          </a:xfrm>
          <a:prstGeom prst="rect">
            <a:avLst/>
          </a:prstGeom>
          <a:noFill/>
          <a:ln w="0">
            <a:noFill/>
          </a:ln>
        </p:spPr>
        <p:txBody>
          <a:bodyPr lIns="0" tIns="0" rIns="0" bIns="0" anchor="t">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ru-RU" sz="1200" b="0" u="none" strike="noStrike">
              <a:solidFill>
                <a:srgbClr val="000000"/>
              </a:solidFill>
              <a:effectLst/>
              <a:uFillTx/>
              <a:latin typeface="Calibri"/>
            </a:endParaRPr>
          </a:p>
        </p:txBody>
      </p:sp>
      <p:sp>
        <p:nvSpPr>
          <p:cNvPr id="270" name="Номер слайда 3"/>
          <p:cNvSpPr/>
          <p:nvPr/>
        </p:nvSpPr>
        <p:spPr>
          <a:xfrm>
            <a:off x="3884400" y="8685000"/>
            <a:ext cx="2971800" cy="459000"/>
          </a:xfrm>
          <a:prstGeom prst="rect">
            <a:avLst/>
          </a:prstGeom>
          <a:noFill/>
          <a:ln w="3816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AEBED0A6-2242-4275-9417-07A5712359E6}" type="slidenum">
              <a:rPr lang="ru-RU" sz="1200" b="0" u="none" strike="noStrike">
                <a:solidFill>
                  <a:srgbClr val="000000"/>
                </a:solidFill>
                <a:effectLst/>
                <a:uFillTx/>
                <a:latin typeface="Arial"/>
                <a:ea typeface="SimSun"/>
              </a:rPr>
              <a:t>&lt;number&gt;</a:t>
            </a:fld>
            <a:endParaRPr lang="en-US" sz="1200" b="0" u="none" strike="noStrike">
              <a:solidFill>
                <a:srgbClr val="000000"/>
              </a:solidFill>
              <a:effectLst/>
              <a:uFillTx/>
              <a:latin typeface="Arial"/>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1" name="PlaceHolder 1"/>
          <p:cNvSpPr>
            <a:spLocks noGrp="1"/>
          </p:cNvSpPr>
          <p:nvPr>
            <p:ph type="sldImg"/>
          </p:nvPr>
        </p:nvSpPr>
        <p:spPr>
          <a:xfrm>
            <a:off x="685800" y="1143000"/>
            <a:ext cx="5486400" cy="3085920"/>
          </a:xfrm>
          <a:prstGeom prst="rect">
            <a:avLst/>
          </a:prstGeom>
          <a:ln w="0">
            <a:noFill/>
          </a:ln>
        </p:spPr>
      </p:sp>
      <p:sp>
        <p:nvSpPr>
          <p:cNvPr id="272" name="PlaceHolder 2"/>
          <p:cNvSpPr>
            <a:spLocks noGrp="1"/>
          </p:cNvSpPr>
          <p:nvPr>
            <p:ph type="body"/>
          </p:nvPr>
        </p:nvSpPr>
        <p:spPr>
          <a:xfrm>
            <a:off x="685800" y="4400280"/>
            <a:ext cx="5486400" cy="3600720"/>
          </a:xfrm>
          <a:prstGeom prst="rect">
            <a:avLst/>
          </a:prstGeom>
          <a:noFill/>
          <a:ln w="0">
            <a:noFill/>
          </a:ln>
        </p:spPr>
        <p:txBody>
          <a:bodyPr lIns="0" tIns="0" rIns="0" bIns="0" anchor="t">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ru-RU" sz="1200" b="0" u="none" strike="noStrike">
              <a:solidFill>
                <a:srgbClr val="000000"/>
              </a:solidFill>
              <a:effectLst/>
              <a:uFillTx/>
              <a:latin typeface="Calibri"/>
            </a:endParaRPr>
          </a:p>
        </p:txBody>
      </p:sp>
      <p:sp>
        <p:nvSpPr>
          <p:cNvPr id="273" name="Номер слайда 3"/>
          <p:cNvSpPr/>
          <p:nvPr/>
        </p:nvSpPr>
        <p:spPr>
          <a:xfrm>
            <a:off x="3884400" y="8685000"/>
            <a:ext cx="2971800" cy="459000"/>
          </a:xfrm>
          <a:prstGeom prst="rect">
            <a:avLst/>
          </a:prstGeom>
          <a:noFill/>
          <a:ln w="3816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86A5FD1B-A99D-4092-81FE-E92FF3F0F49A}" type="slidenum">
              <a:rPr lang="ru-RU" sz="1200" b="0" u="none" strike="noStrike">
                <a:solidFill>
                  <a:srgbClr val="000000"/>
                </a:solidFill>
                <a:effectLst/>
                <a:uFillTx/>
                <a:latin typeface="Arial"/>
                <a:ea typeface="SimSun"/>
              </a:rPr>
              <a:t>&lt;number&gt;</a:t>
            </a:fld>
            <a:endParaRPr lang="en-US" sz="1200" b="0" u="none" strike="noStrike">
              <a:solidFill>
                <a:srgbClr val="000000"/>
              </a:solidFill>
              <a:effectLst/>
              <a:uFillTx/>
              <a:latin typeface="Arial"/>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4" name="PlaceHolder 1"/>
          <p:cNvSpPr>
            <a:spLocks noGrp="1"/>
          </p:cNvSpPr>
          <p:nvPr>
            <p:ph type="sldImg"/>
          </p:nvPr>
        </p:nvSpPr>
        <p:spPr>
          <a:xfrm>
            <a:off x="685800" y="1143000"/>
            <a:ext cx="5486400" cy="3085920"/>
          </a:xfrm>
          <a:prstGeom prst="rect">
            <a:avLst/>
          </a:prstGeom>
          <a:ln w="0">
            <a:noFill/>
          </a:ln>
        </p:spPr>
      </p:sp>
      <p:sp>
        <p:nvSpPr>
          <p:cNvPr id="275" name="PlaceHolder 2"/>
          <p:cNvSpPr>
            <a:spLocks noGrp="1"/>
          </p:cNvSpPr>
          <p:nvPr>
            <p:ph type="body"/>
          </p:nvPr>
        </p:nvSpPr>
        <p:spPr>
          <a:xfrm>
            <a:off x="685800" y="4400280"/>
            <a:ext cx="5486400" cy="3600720"/>
          </a:xfrm>
          <a:prstGeom prst="rect">
            <a:avLst/>
          </a:prstGeom>
          <a:noFill/>
          <a:ln w="0">
            <a:noFill/>
          </a:ln>
        </p:spPr>
        <p:txBody>
          <a:bodyPr lIns="0" tIns="0" rIns="0" bIns="0" anchor="t">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ru-RU" sz="1200" b="0" u="none" strike="noStrike">
              <a:solidFill>
                <a:srgbClr val="000000"/>
              </a:solidFill>
              <a:effectLst/>
              <a:uFillTx/>
              <a:latin typeface="Calibri"/>
            </a:endParaRPr>
          </a:p>
        </p:txBody>
      </p:sp>
      <p:sp>
        <p:nvSpPr>
          <p:cNvPr id="276" name="Номер слайда 3"/>
          <p:cNvSpPr/>
          <p:nvPr/>
        </p:nvSpPr>
        <p:spPr>
          <a:xfrm>
            <a:off x="3884400" y="8685000"/>
            <a:ext cx="2971800" cy="459000"/>
          </a:xfrm>
          <a:prstGeom prst="rect">
            <a:avLst/>
          </a:prstGeom>
          <a:noFill/>
          <a:ln w="3816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40E930C9-C5E1-45EC-B81F-DFD3F5216ADD}" type="slidenum">
              <a:rPr lang="ru-RU" sz="1200" b="0" u="none" strike="noStrike">
                <a:solidFill>
                  <a:srgbClr val="000000"/>
                </a:solidFill>
                <a:effectLst/>
                <a:uFillTx/>
                <a:latin typeface="Arial"/>
                <a:ea typeface="SimSun"/>
              </a:rPr>
              <a:t>&lt;number&gt;</a:t>
            </a:fld>
            <a:endParaRPr lang="en-US" sz="1200" b="0" u="none" strike="noStrike">
              <a:solidFill>
                <a:srgbClr val="000000"/>
              </a:solidFill>
              <a:effectLst/>
              <a:uFillTx/>
              <a:latin typeface="Arial"/>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7" name="PlaceHolder 1"/>
          <p:cNvSpPr>
            <a:spLocks noGrp="1"/>
          </p:cNvSpPr>
          <p:nvPr>
            <p:ph type="sldImg"/>
          </p:nvPr>
        </p:nvSpPr>
        <p:spPr>
          <a:xfrm>
            <a:off x="685800" y="1143000"/>
            <a:ext cx="5486400" cy="3085920"/>
          </a:xfrm>
          <a:prstGeom prst="rect">
            <a:avLst/>
          </a:prstGeom>
          <a:ln w="0">
            <a:noFill/>
          </a:ln>
        </p:spPr>
      </p:sp>
      <p:sp>
        <p:nvSpPr>
          <p:cNvPr id="278" name="PlaceHolder 2"/>
          <p:cNvSpPr>
            <a:spLocks noGrp="1"/>
          </p:cNvSpPr>
          <p:nvPr>
            <p:ph type="body"/>
          </p:nvPr>
        </p:nvSpPr>
        <p:spPr>
          <a:xfrm>
            <a:off x="685800" y="4400280"/>
            <a:ext cx="5486400" cy="3600720"/>
          </a:xfrm>
          <a:prstGeom prst="rect">
            <a:avLst/>
          </a:prstGeom>
          <a:noFill/>
          <a:ln w="0">
            <a:noFill/>
          </a:ln>
        </p:spPr>
        <p:txBody>
          <a:bodyPr lIns="0" tIns="0" rIns="0" bIns="0" anchor="t">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ru-RU" sz="1200" b="0" u="none" strike="noStrike">
              <a:solidFill>
                <a:srgbClr val="000000"/>
              </a:solidFill>
              <a:effectLst/>
              <a:uFillTx/>
              <a:latin typeface="Calibri"/>
            </a:endParaRPr>
          </a:p>
        </p:txBody>
      </p:sp>
      <p:sp>
        <p:nvSpPr>
          <p:cNvPr id="279" name="Номер слайда 3"/>
          <p:cNvSpPr/>
          <p:nvPr/>
        </p:nvSpPr>
        <p:spPr>
          <a:xfrm>
            <a:off x="3884400" y="8685000"/>
            <a:ext cx="2971800" cy="459000"/>
          </a:xfrm>
          <a:prstGeom prst="rect">
            <a:avLst/>
          </a:prstGeom>
          <a:noFill/>
          <a:ln w="3816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9D435A36-8728-42DF-86A5-DBCC20FD95B4}" type="slidenum">
              <a:rPr lang="ru-RU" sz="1200" b="0" u="none" strike="noStrike">
                <a:solidFill>
                  <a:srgbClr val="000000"/>
                </a:solidFill>
                <a:effectLst/>
                <a:uFillTx/>
                <a:latin typeface="Arial"/>
                <a:ea typeface="SimSun"/>
              </a:rPr>
              <a:t>&lt;number&gt;</a:t>
            </a:fld>
            <a:endParaRPr lang="en-US" sz="1200" b="0" u="none" strike="noStrike">
              <a:solidFill>
                <a:srgbClr val="000000"/>
              </a:solidFill>
              <a:effectLst/>
              <a:uFillTx/>
              <a:latin typeface="Arial"/>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0" name="PlaceHolder 1"/>
          <p:cNvSpPr>
            <a:spLocks noGrp="1"/>
          </p:cNvSpPr>
          <p:nvPr>
            <p:ph type="sldImg"/>
          </p:nvPr>
        </p:nvSpPr>
        <p:spPr>
          <a:xfrm>
            <a:off x="685800" y="1143000"/>
            <a:ext cx="5486400" cy="3085920"/>
          </a:xfrm>
          <a:prstGeom prst="rect">
            <a:avLst/>
          </a:prstGeom>
          <a:ln w="0">
            <a:noFill/>
          </a:ln>
        </p:spPr>
      </p:sp>
      <p:sp>
        <p:nvSpPr>
          <p:cNvPr id="281" name="PlaceHolder 2"/>
          <p:cNvSpPr>
            <a:spLocks noGrp="1"/>
          </p:cNvSpPr>
          <p:nvPr>
            <p:ph type="body"/>
          </p:nvPr>
        </p:nvSpPr>
        <p:spPr>
          <a:xfrm>
            <a:off x="685800" y="4400280"/>
            <a:ext cx="5486400" cy="3600720"/>
          </a:xfrm>
          <a:prstGeom prst="rect">
            <a:avLst/>
          </a:prstGeom>
          <a:noFill/>
          <a:ln w="0">
            <a:noFill/>
          </a:ln>
        </p:spPr>
        <p:txBody>
          <a:bodyPr lIns="0" tIns="0" rIns="0" bIns="0" anchor="t">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ru-RU" sz="1200" b="0" u="none" strike="noStrike">
              <a:solidFill>
                <a:srgbClr val="000000"/>
              </a:solidFill>
              <a:effectLst/>
              <a:uFillTx/>
              <a:latin typeface="Calibri"/>
            </a:endParaRPr>
          </a:p>
        </p:txBody>
      </p:sp>
      <p:sp>
        <p:nvSpPr>
          <p:cNvPr id="282" name="Номер слайда 3"/>
          <p:cNvSpPr/>
          <p:nvPr/>
        </p:nvSpPr>
        <p:spPr>
          <a:xfrm>
            <a:off x="3884400" y="8685000"/>
            <a:ext cx="2971800" cy="459000"/>
          </a:xfrm>
          <a:prstGeom prst="rect">
            <a:avLst/>
          </a:prstGeom>
          <a:noFill/>
          <a:ln w="3816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7B4B7DFC-33AE-4779-A61B-D7D66D1A6D1E}" type="slidenum">
              <a:rPr lang="ru-RU" sz="1200" b="0" u="none" strike="noStrike">
                <a:solidFill>
                  <a:srgbClr val="000000"/>
                </a:solidFill>
                <a:effectLst/>
                <a:uFillTx/>
                <a:latin typeface="Arial"/>
                <a:ea typeface="SimSun"/>
              </a:rPr>
              <a:t>&lt;number&gt;</a:t>
            </a:fld>
            <a:endParaRPr lang="en-US" sz="1200" b="0" u="none" strike="noStrike">
              <a:solidFill>
                <a:srgbClr val="000000"/>
              </a:solidFill>
              <a:effectLst/>
              <a:uFillTx/>
              <a:latin typeface="Arial"/>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3" name="PlaceHolder 1"/>
          <p:cNvSpPr>
            <a:spLocks noGrp="1"/>
          </p:cNvSpPr>
          <p:nvPr>
            <p:ph type="sldImg"/>
          </p:nvPr>
        </p:nvSpPr>
        <p:spPr>
          <a:xfrm>
            <a:off x="685800" y="1143000"/>
            <a:ext cx="5486400" cy="3085920"/>
          </a:xfrm>
          <a:prstGeom prst="rect">
            <a:avLst/>
          </a:prstGeom>
          <a:ln w="0">
            <a:noFill/>
          </a:ln>
        </p:spPr>
      </p:sp>
      <p:sp>
        <p:nvSpPr>
          <p:cNvPr id="284" name="PlaceHolder 2"/>
          <p:cNvSpPr>
            <a:spLocks noGrp="1"/>
          </p:cNvSpPr>
          <p:nvPr>
            <p:ph type="body"/>
          </p:nvPr>
        </p:nvSpPr>
        <p:spPr>
          <a:xfrm>
            <a:off x="685800" y="4400280"/>
            <a:ext cx="5486400" cy="3600720"/>
          </a:xfrm>
          <a:prstGeom prst="rect">
            <a:avLst/>
          </a:prstGeom>
          <a:noFill/>
          <a:ln w="0">
            <a:noFill/>
          </a:ln>
        </p:spPr>
        <p:txBody>
          <a:bodyPr lIns="0" tIns="0" rIns="0" bIns="0" anchor="t">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ru-RU" sz="1200" b="0" u="none" strike="noStrike">
              <a:solidFill>
                <a:srgbClr val="000000"/>
              </a:solidFill>
              <a:effectLst/>
              <a:uFillTx/>
              <a:latin typeface="Calibri"/>
            </a:endParaRPr>
          </a:p>
        </p:txBody>
      </p:sp>
      <p:sp>
        <p:nvSpPr>
          <p:cNvPr id="285" name="Номер слайда 3"/>
          <p:cNvSpPr/>
          <p:nvPr/>
        </p:nvSpPr>
        <p:spPr>
          <a:xfrm>
            <a:off x="3884400" y="8685000"/>
            <a:ext cx="2971800" cy="459000"/>
          </a:xfrm>
          <a:prstGeom prst="rect">
            <a:avLst/>
          </a:prstGeom>
          <a:noFill/>
          <a:ln w="3816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A02EEFB7-98DF-463B-9A86-50AA4F18766A}" type="slidenum">
              <a:rPr lang="ru-RU" sz="1200" b="0" u="none" strike="noStrike">
                <a:solidFill>
                  <a:srgbClr val="000000"/>
                </a:solidFill>
                <a:effectLst/>
                <a:uFillTx/>
                <a:latin typeface="Arial"/>
                <a:ea typeface="SimSun"/>
              </a:rPr>
              <a:t>&lt;number&gt;</a:t>
            </a:fld>
            <a:endParaRPr lang="en-US" sz="1200" b="0" u="none" strike="noStrike">
              <a:solidFill>
                <a:srgbClr val="000000"/>
              </a:solidFill>
              <a:effectLst/>
              <a:uFillTx/>
              <a:latin typeface="Arial"/>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6" name="PlaceHolder 1"/>
          <p:cNvSpPr>
            <a:spLocks noGrp="1"/>
          </p:cNvSpPr>
          <p:nvPr>
            <p:ph type="sldImg"/>
          </p:nvPr>
        </p:nvSpPr>
        <p:spPr>
          <a:xfrm>
            <a:off x="685800" y="1143000"/>
            <a:ext cx="5486400" cy="3085920"/>
          </a:xfrm>
          <a:prstGeom prst="rect">
            <a:avLst/>
          </a:prstGeom>
          <a:ln w="0">
            <a:noFill/>
          </a:ln>
        </p:spPr>
      </p:sp>
      <p:sp>
        <p:nvSpPr>
          <p:cNvPr id="287" name="PlaceHolder 2"/>
          <p:cNvSpPr>
            <a:spLocks noGrp="1"/>
          </p:cNvSpPr>
          <p:nvPr>
            <p:ph type="body"/>
          </p:nvPr>
        </p:nvSpPr>
        <p:spPr>
          <a:xfrm>
            <a:off x="685800" y="4400280"/>
            <a:ext cx="5486400" cy="3600720"/>
          </a:xfrm>
          <a:prstGeom prst="rect">
            <a:avLst/>
          </a:prstGeom>
          <a:noFill/>
          <a:ln w="0">
            <a:noFill/>
          </a:ln>
        </p:spPr>
        <p:txBody>
          <a:bodyPr lIns="0" tIns="0" rIns="0" bIns="0" anchor="t">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ru-RU" sz="1200" b="0" u="none" strike="noStrike">
              <a:solidFill>
                <a:srgbClr val="000000"/>
              </a:solidFill>
              <a:effectLst/>
              <a:uFillTx/>
              <a:latin typeface="Calibri"/>
            </a:endParaRPr>
          </a:p>
        </p:txBody>
      </p:sp>
      <p:sp>
        <p:nvSpPr>
          <p:cNvPr id="288" name="Номер слайда 3"/>
          <p:cNvSpPr/>
          <p:nvPr/>
        </p:nvSpPr>
        <p:spPr>
          <a:xfrm>
            <a:off x="3884400" y="8685000"/>
            <a:ext cx="2971800" cy="459000"/>
          </a:xfrm>
          <a:prstGeom prst="rect">
            <a:avLst/>
          </a:prstGeom>
          <a:noFill/>
          <a:ln w="3816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DE851215-37B1-4FA7-A96C-5E9E2E0E0E3C}" type="slidenum">
              <a:rPr lang="ru-RU" sz="1200" b="0" u="none" strike="noStrike">
                <a:solidFill>
                  <a:srgbClr val="000000"/>
                </a:solidFill>
                <a:effectLst/>
                <a:uFillTx/>
                <a:latin typeface="Arial"/>
                <a:ea typeface="SimSun"/>
              </a:rPr>
              <a:t>&lt;number&gt;</a:t>
            </a:fld>
            <a:endParaRPr lang="en-US" sz="1200" b="0" u="none" strike="noStrike">
              <a:solidFill>
                <a:srgbClr val="000000"/>
              </a:solidFill>
              <a:effectLst/>
              <a:uFillTx/>
              <a:latin typeface="Arial"/>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9" name="PlaceHolder 1"/>
          <p:cNvSpPr>
            <a:spLocks noGrp="1"/>
          </p:cNvSpPr>
          <p:nvPr>
            <p:ph type="sldImg"/>
          </p:nvPr>
        </p:nvSpPr>
        <p:spPr>
          <a:xfrm>
            <a:off x="685800" y="1143000"/>
            <a:ext cx="5486400" cy="3085920"/>
          </a:xfrm>
          <a:prstGeom prst="rect">
            <a:avLst/>
          </a:prstGeom>
          <a:ln w="0">
            <a:noFill/>
          </a:ln>
        </p:spPr>
      </p:sp>
      <p:sp>
        <p:nvSpPr>
          <p:cNvPr id="290" name="PlaceHolder 2"/>
          <p:cNvSpPr>
            <a:spLocks noGrp="1"/>
          </p:cNvSpPr>
          <p:nvPr>
            <p:ph type="body"/>
          </p:nvPr>
        </p:nvSpPr>
        <p:spPr>
          <a:xfrm>
            <a:off x="685800" y="4400280"/>
            <a:ext cx="5486400" cy="3600720"/>
          </a:xfrm>
          <a:prstGeom prst="rect">
            <a:avLst/>
          </a:prstGeom>
          <a:noFill/>
          <a:ln w="0">
            <a:noFill/>
          </a:ln>
        </p:spPr>
        <p:txBody>
          <a:bodyPr lIns="0" tIns="0" rIns="0" bIns="0" anchor="t">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ru-RU" sz="1200" b="0" u="none" strike="noStrike">
              <a:solidFill>
                <a:srgbClr val="000000"/>
              </a:solidFill>
              <a:effectLst/>
              <a:uFillTx/>
              <a:latin typeface="Calibri"/>
            </a:endParaRPr>
          </a:p>
        </p:txBody>
      </p:sp>
      <p:sp>
        <p:nvSpPr>
          <p:cNvPr id="291" name="Номер слайда 3"/>
          <p:cNvSpPr/>
          <p:nvPr/>
        </p:nvSpPr>
        <p:spPr>
          <a:xfrm>
            <a:off x="3884400" y="8685000"/>
            <a:ext cx="2971800" cy="459000"/>
          </a:xfrm>
          <a:prstGeom prst="rect">
            <a:avLst/>
          </a:prstGeom>
          <a:noFill/>
          <a:ln w="3816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F286975B-9226-45E7-96FD-1A0A19231351}" type="slidenum">
              <a:rPr lang="ru-RU" sz="1200" b="0" u="none" strike="noStrike">
                <a:solidFill>
                  <a:srgbClr val="000000"/>
                </a:solidFill>
                <a:effectLst/>
                <a:uFillTx/>
                <a:latin typeface="Arial"/>
                <a:ea typeface="SimSun"/>
              </a:rPr>
              <a:t>&lt;number&gt;</a:t>
            </a:fld>
            <a:endParaRPr lang="en-US" sz="1200" b="0" u="none" strike="noStrike">
              <a:solidFill>
                <a:srgbClr val="000000"/>
              </a:solidFill>
              <a:effectLst/>
              <a:uFillTx/>
              <a:latin typeface="Arial"/>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2" name="PlaceHolder 1"/>
          <p:cNvSpPr>
            <a:spLocks noGrp="1"/>
          </p:cNvSpPr>
          <p:nvPr>
            <p:ph type="sldImg"/>
          </p:nvPr>
        </p:nvSpPr>
        <p:spPr>
          <a:xfrm>
            <a:off x="685800" y="1143000"/>
            <a:ext cx="5486400" cy="3085920"/>
          </a:xfrm>
          <a:prstGeom prst="rect">
            <a:avLst/>
          </a:prstGeom>
          <a:ln w="0">
            <a:noFill/>
          </a:ln>
        </p:spPr>
      </p:sp>
      <p:sp>
        <p:nvSpPr>
          <p:cNvPr id="293" name="PlaceHolder 2"/>
          <p:cNvSpPr>
            <a:spLocks noGrp="1"/>
          </p:cNvSpPr>
          <p:nvPr>
            <p:ph type="body"/>
          </p:nvPr>
        </p:nvSpPr>
        <p:spPr>
          <a:xfrm>
            <a:off x="685800" y="4400280"/>
            <a:ext cx="5486400" cy="3600720"/>
          </a:xfrm>
          <a:prstGeom prst="rect">
            <a:avLst/>
          </a:prstGeom>
          <a:noFill/>
          <a:ln w="0">
            <a:noFill/>
          </a:ln>
        </p:spPr>
        <p:txBody>
          <a:bodyPr lIns="0" tIns="0" rIns="0" bIns="0" anchor="t">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ru-RU" sz="1200" b="0" u="none" strike="noStrike">
              <a:solidFill>
                <a:srgbClr val="000000"/>
              </a:solidFill>
              <a:effectLst/>
              <a:uFillTx/>
              <a:latin typeface="Calibri"/>
            </a:endParaRPr>
          </a:p>
        </p:txBody>
      </p:sp>
      <p:sp>
        <p:nvSpPr>
          <p:cNvPr id="294" name="Номер слайда 3"/>
          <p:cNvSpPr/>
          <p:nvPr/>
        </p:nvSpPr>
        <p:spPr>
          <a:xfrm>
            <a:off x="3884400" y="8685000"/>
            <a:ext cx="2971800" cy="459000"/>
          </a:xfrm>
          <a:prstGeom prst="rect">
            <a:avLst/>
          </a:prstGeom>
          <a:noFill/>
          <a:ln w="3816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86B5FA53-6398-4D2C-BEAA-2604C58BC2AB}" type="slidenum">
              <a:rPr lang="ru-RU" sz="1200" b="0" u="none" strike="noStrike">
                <a:solidFill>
                  <a:srgbClr val="000000"/>
                </a:solidFill>
                <a:effectLst/>
                <a:uFillTx/>
                <a:latin typeface="Arial"/>
                <a:ea typeface="SimSun"/>
              </a:rPr>
              <a:t>&lt;number&gt;</a:t>
            </a:fld>
            <a:endParaRPr lang="en-US" sz="1200" b="0" u="none" strike="noStrike">
              <a:solidFill>
                <a:srgbClr val="000000"/>
              </a:solidFill>
              <a:effectLst/>
              <a:uFillTx/>
              <a:latin typeface="Arial"/>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5" name="PlaceHolder 1"/>
          <p:cNvSpPr>
            <a:spLocks noGrp="1"/>
          </p:cNvSpPr>
          <p:nvPr>
            <p:ph type="sldImg"/>
          </p:nvPr>
        </p:nvSpPr>
        <p:spPr>
          <a:xfrm>
            <a:off x="685800" y="1143000"/>
            <a:ext cx="5486400" cy="3085920"/>
          </a:xfrm>
          <a:prstGeom prst="rect">
            <a:avLst/>
          </a:prstGeom>
          <a:ln w="0">
            <a:noFill/>
          </a:ln>
        </p:spPr>
      </p:sp>
      <p:sp>
        <p:nvSpPr>
          <p:cNvPr id="296" name="PlaceHolder 2"/>
          <p:cNvSpPr>
            <a:spLocks noGrp="1"/>
          </p:cNvSpPr>
          <p:nvPr>
            <p:ph type="body"/>
          </p:nvPr>
        </p:nvSpPr>
        <p:spPr>
          <a:xfrm>
            <a:off x="685800" y="4400280"/>
            <a:ext cx="5486400" cy="3600720"/>
          </a:xfrm>
          <a:prstGeom prst="rect">
            <a:avLst/>
          </a:prstGeom>
          <a:noFill/>
          <a:ln w="0">
            <a:noFill/>
          </a:ln>
        </p:spPr>
        <p:txBody>
          <a:bodyPr lIns="0" tIns="0" rIns="0" bIns="0" anchor="t">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ru-RU" sz="1200" b="0" u="none" strike="noStrike">
              <a:solidFill>
                <a:srgbClr val="000000"/>
              </a:solidFill>
              <a:effectLst/>
              <a:uFillTx/>
              <a:latin typeface="Calibri"/>
            </a:endParaRPr>
          </a:p>
        </p:txBody>
      </p:sp>
      <p:sp>
        <p:nvSpPr>
          <p:cNvPr id="297" name="Номер слайда 3"/>
          <p:cNvSpPr/>
          <p:nvPr/>
        </p:nvSpPr>
        <p:spPr>
          <a:xfrm>
            <a:off x="3884400" y="8685000"/>
            <a:ext cx="2971800" cy="459000"/>
          </a:xfrm>
          <a:prstGeom prst="rect">
            <a:avLst/>
          </a:prstGeom>
          <a:noFill/>
          <a:ln w="3816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4925A154-864A-4585-B22D-08D2FE112AA6}" type="slidenum">
              <a:rPr lang="ru-RU" sz="1200" b="0" u="none" strike="noStrike">
                <a:solidFill>
                  <a:srgbClr val="000000"/>
                </a:solidFill>
                <a:effectLst/>
                <a:uFillTx/>
                <a:latin typeface="Arial"/>
                <a:ea typeface="SimSun"/>
              </a:rPr>
              <a:t>&lt;number&gt;</a:t>
            </a:fld>
            <a:endParaRPr lang="en-US" sz="1200" b="0" u="none" strike="noStrike">
              <a:solidFill>
                <a:srgbClr val="000000"/>
              </a:solidFill>
              <a:effectLst/>
              <a:uFillTx/>
              <a:latin typeface="Arial"/>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8" name="PlaceHolder 1"/>
          <p:cNvSpPr>
            <a:spLocks noGrp="1"/>
          </p:cNvSpPr>
          <p:nvPr>
            <p:ph type="sldImg"/>
          </p:nvPr>
        </p:nvSpPr>
        <p:spPr>
          <a:xfrm>
            <a:off x="685800" y="1143000"/>
            <a:ext cx="5486400" cy="3085920"/>
          </a:xfrm>
          <a:prstGeom prst="rect">
            <a:avLst/>
          </a:prstGeom>
          <a:ln w="0">
            <a:noFill/>
          </a:ln>
        </p:spPr>
      </p:sp>
      <p:sp>
        <p:nvSpPr>
          <p:cNvPr id="299" name="PlaceHolder 2"/>
          <p:cNvSpPr>
            <a:spLocks noGrp="1"/>
          </p:cNvSpPr>
          <p:nvPr>
            <p:ph type="body"/>
          </p:nvPr>
        </p:nvSpPr>
        <p:spPr>
          <a:xfrm>
            <a:off x="685800" y="4400280"/>
            <a:ext cx="5486400" cy="3600720"/>
          </a:xfrm>
          <a:prstGeom prst="rect">
            <a:avLst/>
          </a:prstGeom>
          <a:noFill/>
          <a:ln w="0">
            <a:noFill/>
          </a:ln>
        </p:spPr>
        <p:txBody>
          <a:bodyPr lIns="0" tIns="0" rIns="0" bIns="0" anchor="t">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ru-RU" sz="1200" b="0" u="none" strike="noStrike">
              <a:solidFill>
                <a:srgbClr val="000000"/>
              </a:solidFill>
              <a:effectLst/>
              <a:uFillTx/>
              <a:latin typeface="Calibri"/>
            </a:endParaRPr>
          </a:p>
        </p:txBody>
      </p:sp>
      <p:sp>
        <p:nvSpPr>
          <p:cNvPr id="300" name="Номер слайда 3"/>
          <p:cNvSpPr/>
          <p:nvPr/>
        </p:nvSpPr>
        <p:spPr>
          <a:xfrm>
            <a:off x="3884400" y="8685000"/>
            <a:ext cx="2971800" cy="459000"/>
          </a:xfrm>
          <a:prstGeom prst="rect">
            <a:avLst/>
          </a:prstGeom>
          <a:noFill/>
          <a:ln w="3816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C78B9597-A420-4101-8F48-FED1585FCB84}" type="slidenum">
              <a:rPr lang="ru-RU" sz="1200" b="0" u="none" strike="noStrike">
                <a:solidFill>
                  <a:srgbClr val="000000"/>
                </a:solidFill>
                <a:effectLst/>
                <a:uFillTx/>
                <a:latin typeface="Arial"/>
                <a:ea typeface="SimSun"/>
              </a:rPr>
              <a:t>&lt;number&gt;</a:t>
            </a:fld>
            <a:endParaRPr lang="en-US" sz="1200" b="0" u="none" strike="noStrike">
              <a:solidFill>
                <a:srgbClr val="000000"/>
              </a:solidFill>
              <a:effectLst/>
              <a:uFillTx/>
              <a:latin typeface="Arial"/>
            </a:endParaRPr>
          </a:p>
        </p:txBody>
      </p:sp>
    </p:spTree>
  </p:cSld>
</p:notes>
</file>

<file path=ppt/notesSlides/notesSlide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1" name="PlaceHolder 1"/>
          <p:cNvSpPr>
            <a:spLocks noGrp="1"/>
          </p:cNvSpPr>
          <p:nvPr>
            <p:ph type="sldImg"/>
          </p:nvPr>
        </p:nvSpPr>
        <p:spPr>
          <a:xfrm>
            <a:off x="685800" y="1143000"/>
            <a:ext cx="5486400" cy="3085920"/>
          </a:xfrm>
          <a:prstGeom prst="rect">
            <a:avLst/>
          </a:prstGeom>
          <a:ln w="0">
            <a:noFill/>
          </a:ln>
        </p:spPr>
      </p:sp>
      <p:sp>
        <p:nvSpPr>
          <p:cNvPr id="302" name="PlaceHolder 2"/>
          <p:cNvSpPr>
            <a:spLocks noGrp="1"/>
          </p:cNvSpPr>
          <p:nvPr>
            <p:ph type="body"/>
          </p:nvPr>
        </p:nvSpPr>
        <p:spPr>
          <a:xfrm>
            <a:off x="685800" y="4400280"/>
            <a:ext cx="5486400" cy="3600720"/>
          </a:xfrm>
          <a:prstGeom prst="rect">
            <a:avLst/>
          </a:prstGeom>
          <a:noFill/>
          <a:ln w="0">
            <a:noFill/>
          </a:ln>
        </p:spPr>
        <p:txBody>
          <a:bodyPr lIns="0" tIns="0" rIns="0" bIns="0" anchor="t">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ru-RU" sz="1200" b="0" u="none" strike="noStrike">
              <a:solidFill>
                <a:srgbClr val="000000"/>
              </a:solidFill>
              <a:effectLst/>
              <a:uFillTx/>
              <a:latin typeface="Calibri"/>
            </a:endParaRPr>
          </a:p>
        </p:txBody>
      </p:sp>
      <p:sp>
        <p:nvSpPr>
          <p:cNvPr id="303" name="Номер слайда 3"/>
          <p:cNvSpPr/>
          <p:nvPr/>
        </p:nvSpPr>
        <p:spPr>
          <a:xfrm>
            <a:off x="3884400" y="8685000"/>
            <a:ext cx="2971800" cy="459000"/>
          </a:xfrm>
          <a:prstGeom prst="rect">
            <a:avLst/>
          </a:prstGeom>
          <a:noFill/>
          <a:ln w="3816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C0EEC23A-2D33-49C5-BB62-E3A64DB11B5F}" type="slidenum">
              <a:rPr lang="ru-RU" sz="1200" b="0" u="none" strike="noStrike">
                <a:solidFill>
                  <a:srgbClr val="000000"/>
                </a:solidFill>
                <a:effectLst/>
                <a:uFillTx/>
                <a:latin typeface="Arial"/>
                <a:ea typeface="SimSun"/>
              </a:rPr>
              <a:t>&lt;number&gt;</a:t>
            </a:fld>
            <a:endParaRPr lang="en-US" sz="1200" b="0" u="none" strike="noStrike">
              <a:solidFill>
                <a:srgbClr val="000000"/>
              </a:solidFill>
              <a:effectLst/>
              <a:uFillTx/>
              <a:latin typeface="Arial"/>
            </a:endParaRPr>
          </a:p>
        </p:txBody>
      </p:sp>
    </p:spTree>
  </p:cSld>
</p:notes>
</file>

<file path=ppt/notesSlides/notesSlide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4" name="PlaceHolder 1"/>
          <p:cNvSpPr>
            <a:spLocks noGrp="1"/>
          </p:cNvSpPr>
          <p:nvPr>
            <p:ph type="sldImg"/>
          </p:nvPr>
        </p:nvSpPr>
        <p:spPr>
          <a:xfrm>
            <a:off x="685800" y="1143000"/>
            <a:ext cx="5486400" cy="3085920"/>
          </a:xfrm>
          <a:prstGeom prst="rect">
            <a:avLst/>
          </a:prstGeom>
          <a:ln w="0">
            <a:noFill/>
          </a:ln>
        </p:spPr>
      </p:sp>
      <p:sp>
        <p:nvSpPr>
          <p:cNvPr id="305" name="PlaceHolder 2"/>
          <p:cNvSpPr>
            <a:spLocks noGrp="1"/>
          </p:cNvSpPr>
          <p:nvPr>
            <p:ph type="body"/>
          </p:nvPr>
        </p:nvSpPr>
        <p:spPr>
          <a:xfrm>
            <a:off x="685800" y="4400280"/>
            <a:ext cx="5486400" cy="3600720"/>
          </a:xfrm>
          <a:prstGeom prst="rect">
            <a:avLst/>
          </a:prstGeom>
          <a:noFill/>
          <a:ln w="0">
            <a:noFill/>
          </a:ln>
        </p:spPr>
        <p:txBody>
          <a:bodyPr lIns="0" tIns="0" rIns="0" bIns="0" anchor="t">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ru-RU" sz="1200" b="0" u="none" strike="noStrike">
              <a:solidFill>
                <a:srgbClr val="000000"/>
              </a:solidFill>
              <a:effectLst/>
              <a:uFillTx/>
              <a:latin typeface="Calibri"/>
            </a:endParaRPr>
          </a:p>
        </p:txBody>
      </p:sp>
      <p:sp>
        <p:nvSpPr>
          <p:cNvPr id="306" name="Номер слайда 3"/>
          <p:cNvSpPr/>
          <p:nvPr/>
        </p:nvSpPr>
        <p:spPr>
          <a:xfrm>
            <a:off x="3884400" y="8685000"/>
            <a:ext cx="2971800" cy="459000"/>
          </a:xfrm>
          <a:prstGeom prst="rect">
            <a:avLst/>
          </a:prstGeom>
          <a:noFill/>
          <a:ln w="3816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114A9F8B-DC23-408D-89BF-8018A065C88B}" type="slidenum">
              <a:rPr lang="ru-RU" sz="1200" b="0" u="none" strike="noStrike">
                <a:solidFill>
                  <a:srgbClr val="000000"/>
                </a:solidFill>
                <a:effectLst/>
                <a:uFillTx/>
                <a:latin typeface="Arial"/>
                <a:ea typeface="SimSun"/>
              </a:rPr>
              <a:t>&lt;number&gt;</a:t>
            </a:fld>
            <a:endParaRPr lang="en-US" sz="1200" b="0" u="none" strike="noStrike">
              <a:solidFill>
                <a:srgbClr val="000000"/>
              </a:solidFill>
              <a:effectLst/>
              <a:uFillTx/>
              <a:latin typeface="Arial"/>
            </a:endParaRPr>
          </a:p>
        </p:txBody>
      </p:sp>
    </p:spTree>
  </p:cSld>
</p:notes>
</file>

<file path=ppt/notesSlides/notesSlide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7" name="PlaceHolder 1"/>
          <p:cNvSpPr>
            <a:spLocks noGrp="1"/>
          </p:cNvSpPr>
          <p:nvPr>
            <p:ph type="sldImg"/>
          </p:nvPr>
        </p:nvSpPr>
        <p:spPr>
          <a:xfrm>
            <a:off x="685800" y="1143000"/>
            <a:ext cx="5486400" cy="3085920"/>
          </a:xfrm>
          <a:prstGeom prst="rect">
            <a:avLst/>
          </a:prstGeom>
          <a:ln w="0">
            <a:noFill/>
          </a:ln>
        </p:spPr>
      </p:sp>
      <p:sp>
        <p:nvSpPr>
          <p:cNvPr id="308" name="PlaceHolder 2"/>
          <p:cNvSpPr>
            <a:spLocks noGrp="1"/>
          </p:cNvSpPr>
          <p:nvPr>
            <p:ph type="body"/>
          </p:nvPr>
        </p:nvSpPr>
        <p:spPr>
          <a:xfrm>
            <a:off x="685800" y="4400280"/>
            <a:ext cx="5486400" cy="3600720"/>
          </a:xfrm>
          <a:prstGeom prst="rect">
            <a:avLst/>
          </a:prstGeom>
          <a:noFill/>
          <a:ln w="0">
            <a:noFill/>
          </a:ln>
        </p:spPr>
        <p:txBody>
          <a:bodyPr lIns="0" tIns="0" rIns="0" bIns="0" anchor="t">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ru-RU" sz="1200" b="0" u="none" strike="noStrike">
              <a:solidFill>
                <a:srgbClr val="000000"/>
              </a:solidFill>
              <a:effectLst/>
              <a:uFillTx/>
              <a:latin typeface="Calibri"/>
            </a:endParaRPr>
          </a:p>
        </p:txBody>
      </p:sp>
      <p:sp>
        <p:nvSpPr>
          <p:cNvPr id="309" name="Номер слайда 3"/>
          <p:cNvSpPr/>
          <p:nvPr/>
        </p:nvSpPr>
        <p:spPr>
          <a:xfrm>
            <a:off x="3884400" y="8685000"/>
            <a:ext cx="2971800" cy="459000"/>
          </a:xfrm>
          <a:prstGeom prst="rect">
            <a:avLst/>
          </a:prstGeom>
          <a:noFill/>
          <a:ln w="3816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9011DD15-E540-499C-96A1-AEB2122F5D09}" type="slidenum">
              <a:rPr lang="ru-RU" sz="1200" b="0" u="none" strike="noStrike">
                <a:solidFill>
                  <a:srgbClr val="000000"/>
                </a:solidFill>
                <a:effectLst/>
                <a:uFillTx/>
                <a:latin typeface="Arial"/>
                <a:ea typeface="SimSun"/>
              </a:rPr>
              <a:t>&lt;number&gt;</a:t>
            </a:fld>
            <a:endParaRPr lang="en-US" sz="1200" b="0" u="none" strike="noStrike">
              <a:solidFill>
                <a:srgbClr val="000000"/>
              </a:solidFill>
              <a:effectLst/>
              <a:uFillTx/>
              <a:latin typeface="Arial"/>
            </a:endParaRPr>
          </a:p>
        </p:txBody>
      </p:sp>
    </p:spTree>
  </p:cSld>
</p:notes>
</file>

<file path=ppt/notesSlides/notesSlide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0" name="PlaceHolder 1"/>
          <p:cNvSpPr>
            <a:spLocks noGrp="1"/>
          </p:cNvSpPr>
          <p:nvPr>
            <p:ph type="sldImg"/>
          </p:nvPr>
        </p:nvSpPr>
        <p:spPr>
          <a:xfrm>
            <a:off x="685800" y="1143000"/>
            <a:ext cx="5486400" cy="3085920"/>
          </a:xfrm>
          <a:prstGeom prst="rect">
            <a:avLst/>
          </a:prstGeom>
          <a:ln w="0">
            <a:noFill/>
          </a:ln>
        </p:spPr>
      </p:sp>
      <p:sp>
        <p:nvSpPr>
          <p:cNvPr id="311" name="PlaceHolder 2"/>
          <p:cNvSpPr>
            <a:spLocks noGrp="1"/>
          </p:cNvSpPr>
          <p:nvPr>
            <p:ph type="body"/>
          </p:nvPr>
        </p:nvSpPr>
        <p:spPr>
          <a:xfrm>
            <a:off x="685800" y="4400280"/>
            <a:ext cx="5486400" cy="3600720"/>
          </a:xfrm>
          <a:prstGeom prst="rect">
            <a:avLst/>
          </a:prstGeom>
          <a:noFill/>
          <a:ln w="0">
            <a:noFill/>
          </a:ln>
        </p:spPr>
        <p:txBody>
          <a:bodyPr lIns="0" tIns="0" rIns="0" bIns="0" anchor="t">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ru-RU" sz="1200" b="0" u="none" strike="noStrike">
              <a:solidFill>
                <a:srgbClr val="000000"/>
              </a:solidFill>
              <a:effectLst/>
              <a:uFillTx/>
              <a:latin typeface="Calibri"/>
            </a:endParaRPr>
          </a:p>
        </p:txBody>
      </p:sp>
      <p:sp>
        <p:nvSpPr>
          <p:cNvPr id="312" name="Номер слайда 3"/>
          <p:cNvSpPr/>
          <p:nvPr/>
        </p:nvSpPr>
        <p:spPr>
          <a:xfrm>
            <a:off x="3884400" y="8685000"/>
            <a:ext cx="2971800" cy="459000"/>
          </a:xfrm>
          <a:prstGeom prst="rect">
            <a:avLst/>
          </a:prstGeom>
          <a:noFill/>
          <a:ln w="3816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ED977FE7-2153-48E3-A176-5B0F60CDBC75}" type="slidenum">
              <a:rPr lang="ru-RU" sz="1200" b="0" u="none" strike="noStrike">
                <a:solidFill>
                  <a:srgbClr val="000000"/>
                </a:solidFill>
                <a:effectLst/>
                <a:uFillTx/>
                <a:latin typeface="Arial"/>
                <a:ea typeface="SimSun"/>
              </a:rPr>
              <a:t>&lt;number&gt;</a:t>
            </a:fld>
            <a:endParaRPr lang="en-US" sz="1200" b="0" u="none" strike="noStrike">
              <a:solidFill>
                <a:srgbClr val="000000"/>
              </a:solidFill>
              <a:effectLst/>
              <a:uFillTx/>
              <a:latin typeface="Arial"/>
            </a:endParaRPr>
          </a:p>
        </p:txBody>
      </p:sp>
    </p:spTree>
  </p:cSld>
</p:notes>
</file>

<file path=ppt/notesSlides/notesSlide4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3" name="PlaceHolder 1"/>
          <p:cNvSpPr>
            <a:spLocks noGrp="1"/>
          </p:cNvSpPr>
          <p:nvPr>
            <p:ph type="sldImg"/>
          </p:nvPr>
        </p:nvSpPr>
        <p:spPr>
          <a:xfrm>
            <a:off x="685800" y="1143000"/>
            <a:ext cx="5486400" cy="3085920"/>
          </a:xfrm>
          <a:prstGeom prst="rect">
            <a:avLst/>
          </a:prstGeom>
          <a:ln w="0">
            <a:noFill/>
          </a:ln>
        </p:spPr>
      </p:sp>
      <p:sp>
        <p:nvSpPr>
          <p:cNvPr id="314" name="PlaceHolder 2"/>
          <p:cNvSpPr>
            <a:spLocks noGrp="1"/>
          </p:cNvSpPr>
          <p:nvPr>
            <p:ph type="body"/>
          </p:nvPr>
        </p:nvSpPr>
        <p:spPr>
          <a:xfrm>
            <a:off x="685800" y="4400280"/>
            <a:ext cx="5486400" cy="3600720"/>
          </a:xfrm>
          <a:prstGeom prst="rect">
            <a:avLst/>
          </a:prstGeom>
          <a:noFill/>
          <a:ln w="0">
            <a:noFill/>
          </a:ln>
        </p:spPr>
        <p:txBody>
          <a:bodyPr lIns="0" tIns="0" rIns="0" bIns="0" anchor="t">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ru-RU" sz="1200" b="0" u="none" strike="noStrike">
              <a:solidFill>
                <a:srgbClr val="000000"/>
              </a:solidFill>
              <a:effectLst/>
              <a:uFillTx/>
              <a:latin typeface="Calibri"/>
            </a:endParaRPr>
          </a:p>
        </p:txBody>
      </p:sp>
      <p:sp>
        <p:nvSpPr>
          <p:cNvPr id="315" name="Номер слайда 3"/>
          <p:cNvSpPr/>
          <p:nvPr/>
        </p:nvSpPr>
        <p:spPr>
          <a:xfrm>
            <a:off x="3884400" y="8685000"/>
            <a:ext cx="2971800" cy="459000"/>
          </a:xfrm>
          <a:prstGeom prst="rect">
            <a:avLst/>
          </a:prstGeom>
          <a:noFill/>
          <a:ln w="3816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4CB191F4-9F3D-45E9-A769-65FE4F9F36BC}" type="slidenum">
              <a:rPr lang="ru-RU" sz="1200" b="0" u="none" strike="noStrike">
                <a:solidFill>
                  <a:srgbClr val="000000"/>
                </a:solidFill>
                <a:effectLst/>
                <a:uFillTx/>
                <a:latin typeface="Arial"/>
                <a:ea typeface="SimSun"/>
              </a:rPr>
              <a:t>&lt;number&gt;</a:t>
            </a:fld>
            <a:endParaRPr lang="en-US" sz="1200" b="0" u="none" strike="noStrike">
              <a:solidFill>
                <a:srgbClr val="000000"/>
              </a:solidFill>
              <a:effectLst/>
              <a:uFillTx/>
              <a:latin typeface="Arial"/>
            </a:endParaRPr>
          </a:p>
        </p:txBody>
      </p:sp>
    </p:spTree>
  </p:cSld>
</p:notes>
</file>

<file path=ppt/notesSlides/notesSlide4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6" name="PlaceHolder 1"/>
          <p:cNvSpPr>
            <a:spLocks noGrp="1"/>
          </p:cNvSpPr>
          <p:nvPr>
            <p:ph type="sldImg"/>
          </p:nvPr>
        </p:nvSpPr>
        <p:spPr>
          <a:xfrm>
            <a:off x="685800" y="1143000"/>
            <a:ext cx="5486400" cy="3085920"/>
          </a:xfrm>
          <a:prstGeom prst="rect">
            <a:avLst/>
          </a:prstGeom>
          <a:ln w="0">
            <a:noFill/>
          </a:ln>
        </p:spPr>
      </p:sp>
      <p:sp>
        <p:nvSpPr>
          <p:cNvPr id="317" name="PlaceHolder 2"/>
          <p:cNvSpPr>
            <a:spLocks noGrp="1"/>
          </p:cNvSpPr>
          <p:nvPr>
            <p:ph type="body"/>
          </p:nvPr>
        </p:nvSpPr>
        <p:spPr>
          <a:xfrm>
            <a:off x="685800" y="4400280"/>
            <a:ext cx="5486400" cy="3600720"/>
          </a:xfrm>
          <a:prstGeom prst="rect">
            <a:avLst/>
          </a:prstGeom>
          <a:noFill/>
          <a:ln w="0">
            <a:noFill/>
          </a:ln>
        </p:spPr>
        <p:txBody>
          <a:bodyPr lIns="0" tIns="0" rIns="0" bIns="0" anchor="t">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ru-RU" sz="1200" b="0" u="none" strike="noStrike">
              <a:solidFill>
                <a:srgbClr val="000000"/>
              </a:solidFill>
              <a:effectLst/>
              <a:uFillTx/>
              <a:latin typeface="Calibri"/>
            </a:endParaRPr>
          </a:p>
        </p:txBody>
      </p:sp>
      <p:sp>
        <p:nvSpPr>
          <p:cNvPr id="318" name="Номер слайда 3"/>
          <p:cNvSpPr/>
          <p:nvPr/>
        </p:nvSpPr>
        <p:spPr>
          <a:xfrm>
            <a:off x="3884400" y="8685000"/>
            <a:ext cx="2971800" cy="459000"/>
          </a:xfrm>
          <a:prstGeom prst="rect">
            <a:avLst/>
          </a:prstGeom>
          <a:noFill/>
          <a:ln w="3816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00AE8587-1573-4B3E-9AF6-95D39B0F3EED}" type="slidenum">
              <a:rPr lang="ru-RU" sz="1200" b="0" u="none" strike="noStrike">
                <a:solidFill>
                  <a:srgbClr val="000000"/>
                </a:solidFill>
                <a:effectLst/>
                <a:uFillTx/>
                <a:latin typeface="Arial"/>
                <a:ea typeface="SimSun"/>
              </a:rPr>
              <a:t>&lt;number&gt;</a:t>
            </a:fld>
            <a:endParaRPr lang="en-US" sz="1200" b="0" u="none" strike="noStrike">
              <a:solidFill>
                <a:srgbClr val="000000"/>
              </a:solidFill>
              <a:effectLst/>
              <a:uFillTx/>
              <a:latin typeface="Arial"/>
            </a:endParaRPr>
          </a:p>
        </p:txBody>
      </p:sp>
    </p:spTree>
  </p:cSld>
</p:notes>
</file>

<file path=ppt/notesSlides/notesSlide4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9" name="PlaceHolder 1"/>
          <p:cNvSpPr>
            <a:spLocks noGrp="1"/>
          </p:cNvSpPr>
          <p:nvPr>
            <p:ph type="sldImg"/>
          </p:nvPr>
        </p:nvSpPr>
        <p:spPr>
          <a:xfrm>
            <a:off x="685800" y="1143000"/>
            <a:ext cx="5486400" cy="3085920"/>
          </a:xfrm>
          <a:prstGeom prst="rect">
            <a:avLst/>
          </a:prstGeom>
          <a:ln w="0">
            <a:noFill/>
          </a:ln>
        </p:spPr>
      </p:sp>
      <p:sp>
        <p:nvSpPr>
          <p:cNvPr id="320" name="PlaceHolder 2"/>
          <p:cNvSpPr>
            <a:spLocks noGrp="1"/>
          </p:cNvSpPr>
          <p:nvPr>
            <p:ph type="body"/>
          </p:nvPr>
        </p:nvSpPr>
        <p:spPr>
          <a:xfrm>
            <a:off x="685800" y="4400280"/>
            <a:ext cx="5486400" cy="3600720"/>
          </a:xfrm>
          <a:prstGeom prst="rect">
            <a:avLst/>
          </a:prstGeom>
          <a:noFill/>
          <a:ln w="0">
            <a:noFill/>
          </a:ln>
        </p:spPr>
        <p:txBody>
          <a:bodyPr lIns="0" tIns="0" rIns="0" bIns="0" anchor="t">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ru-RU" sz="1200" b="0" u="none" strike="noStrike">
              <a:solidFill>
                <a:srgbClr val="000000"/>
              </a:solidFill>
              <a:effectLst/>
              <a:uFillTx/>
              <a:latin typeface="Calibri"/>
            </a:endParaRPr>
          </a:p>
        </p:txBody>
      </p:sp>
      <p:sp>
        <p:nvSpPr>
          <p:cNvPr id="321" name="Номер слайда 3"/>
          <p:cNvSpPr/>
          <p:nvPr/>
        </p:nvSpPr>
        <p:spPr>
          <a:xfrm>
            <a:off x="3884400" y="8685000"/>
            <a:ext cx="2971800" cy="459000"/>
          </a:xfrm>
          <a:prstGeom prst="rect">
            <a:avLst/>
          </a:prstGeom>
          <a:noFill/>
          <a:ln w="3816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7BD5B15B-B7BA-4D45-BDD2-FE513E303CD1}" type="slidenum">
              <a:rPr lang="ru-RU" sz="1200" b="0" u="none" strike="noStrike">
                <a:solidFill>
                  <a:srgbClr val="000000"/>
                </a:solidFill>
                <a:effectLst/>
                <a:uFillTx/>
                <a:latin typeface="Arial"/>
                <a:ea typeface="SimSun"/>
              </a:rPr>
              <a:t>&lt;number&gt;</a:t>
            </a:fld>
            <a:endParaRPr lang="en-US" sz="1200" b="0" u="none" strike="noStrike">
              <a:solidFill>
                <a:srgbClr val="000000"/>
              </a:solidFill>
              <a:effectLst/>
              <a:uFillTx/>
              <a:latin typeface="Arial"/>
            </a:endParaRPr>
          </a:p>
        </p:txBody>
      </p:sp>
    </p:spTree>
  </p:cSld>
</p:notes>
</file>

<file path=ppt/notesSlides/notesSlide4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2" name="PlaceHolder 1"/>
          <p:cNvSpPr>
            <a:spLocks noGrp="1"/>
          </p:cNvSpPr>
          <p:nvPr>
            <p:ph type="sldImg"/>
          </p:nvPr>
        </p:nvSpPr>
        <p:spPr>
          <a:xfrm>
            <a:off x="685800" y="1143000"/>
            <a:ext cx="5486400" cy="3085920"/>
          </a:xfrm>
          <a:prstGeom prst="rect">
            <a:avLst/>
          </a:prstGeom>
          <a:ln w="0">
            <a:noFill/>
          </a:ln>
        </p:spPr>
      </p:sp>
      <p:sp>
        <p:nvSpPr>
          <p:cNvPr id="323" name="PlaceHolder 2"/>
          <p:cNvSpPr>
            <a:spLocks noGrp="1"/>
          </p:cNvSpPr>
          <p:nvPr>
            <p:ph type="body"/>
          </p:nvPr>
        </p:nvSpPr>
        <p:spPr>
          <a:xfrm>
            <a:off x="685800" y="4400280"/>
            <a:ext cx="5486400" cy="3600720"/>
          </a:xfrm>
          <a:prstGeom prst="rect">
            <a:avLst/>
          </a:prstGeom>
          <a:noFill/>
          <a:ln w="0">
            <a:noFill/>
          </a:ln>
        </p:spPr>
        <p:txBody>
          <a:bodyPr lIns="0" tIns="0" rIns="0" bIns="0" anchor="t">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ru-RU" sz="1200" b="0" u="none" strike="noStrike">
              <a:solidFill>
                <a:srgbClr val="000000"/>
              </a:solidFill>
              <a:effectLst/>
              <a:uFillTx/>
              <a:latin typeface="Calibri"/>
            </a:endParaRPr>
          </a:p>
        </p:txBody>
      </p:sp>
      <p:sp>
        <p:nvSpPr>
          <p:cNvPr id="324" name="Номер слайда 3"/>
          <p:cNvSpPr/>
          <p:nvPr/>
        </p:nvSpPr>
        <p:spPr>
          <a:xfrm>
            <a:off x="3884400" y="8685000"/>
            <a:ext cx="2971800" cy="459000"/>
          </a:xfrm>
          <a:prstGeom prst="rect">
            <a:avLst/>
          </a:prstGeom>
          <a:noFill/>
          <a:ln w="3816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CD93B883-C5C5-44CB-A7AC-199DD264F202}" type="slidenum">
              <a:rPr lang="ru-RU" sz="1200" b="0" u="none" strike="noStrike">
                <a:solidFill>
                  <a:srgbClr val="000000"/>
                </a:solidFill>
                <a:effectLst/>
                <a:uFillTx/>
                <a:latin typeface="Arial"/>
                <a:ea typeface="SimSun"/>
              </a:rPr>
              <a:t>&lt;number&gt;</a:t>
            </a:fld>
            <a:endParaRPr lang="en-US" sz="1200" b="0" u="none" strike="noStrike">
              <a:solidFill>
                <a:srgbClr val="000000"/>
              </a:solidFill>
              <a:effectLst/>
              <a:uFillTx/>
              <a:latin typeface="Arial"/>
            </a:endParaRPr>
          </a:p>
        </p:txBody>
      </p:sp>
    </p:spTree>
  </p:cSld>
</p:notes>
</file>

<file path=ppt/notesSlides/notesSlide4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5" name="PlaceHolder 1"/>
          <p:cNvSpPr>
            <a:spLocks noGrp="1"/>
          </p:cNvSpPr>
          <p:nvPr>
            <p:ph type="sldImg"/>
          </p:nvPr>
        </p:nvSpPr>
        <p:spPr>
          <a:xfrm>
            <a:off x="685800" y="1143000"/>
            <a:ext cx="5486400" cy="3085920"/>
          </a:xfrm>
          <a:prstGeom prst="rect">
            <a:avLst/>
          </a:prstGeom>
          <a:ln w="0">
            <a:noFill/>
          </a:ln>
        </p:spPr>
      </p:sp>
      <p:sp>
        <p:nvSpPr>
          <p:cNvPr id="326" name="PlaceHolder 2"/>
          <p:cNvSpPr>
            <a:spLocks noGrp="1"/>
          </p:cNvSpPr>
          <p:nvPr>
            <p:ph type="body"/>
          </p:nvPr>
        </p:nvSpPr>
        <p:spPr>
          <a:xfrm>
            <a:off x="685800" y="4400280"/>
            <a:ext cx="5486400" cy="3600720"/>
          </a:xfrm>
          <a:prstGeom prst="rect">
            <a:avLst/>
          </a:prstGeom>
          <a:noFill/>
          <a:ln w="0">
            <a:noFill/>
          </a:ln>
        </p:spPr>
        <p:txBody>
          <a:bodyPr lIns="0" tIns="0" rIns="0" bIns="0" anchor="t">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ru-RU" sz="1200" b="0" u="none" strike="noStrike">
              <a:solidFill>
                <a:srgbClr val="000000"/>
              </a:solidFill>
              <a:effectLst/>
              <a:uFillTx/>
              <a:latin typeface="Calibri"/>
            </a:endParaRPr>
          </a:p>
        </p:txBody>
      </p:sp>
      <p:sp>
        <p:nvSpPr>
          <p:cNvPr id="327" name="Номер слайда 3"/>
          <p:cNvSpPr/>
          <p:nvPr/>
        </p:nvSpPr>
        <p:spPr>
          <a:xfrm>
            <a:off x="3884400" y="8685000"/>
            <a:ext cx="2971800" cy="459000"/>
          </a:xfrm>
          <a:prstGeom prst="rect">
            <a:avLst/>
          </a:prstGeom>
          <a:noFill/>
          <a:ln w="3816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FE1AA269-1290-456C-A3C0-E4F79317E8D5}" type="slidenum">
              <a:rPr lang="ru-RU" sz="1200" b="0" u="none" strike="noStrike">
                <a:solidFill>
                  <a:srgbClr val="000000"/>
                </a:solidFill>
                <a:effectLst/>
                <a:uFillTx/>
                <a:latin typeface="Arial"/>
                <a:ea typeface="SimSun"/>
              </a:rPr>
              <a:t>&lt;number&gt;</a:t>
            </a:fld>
            <a:endParaRPr lang="en-US" sz="1200" b="0" u="none" strike="noStrike">
              <a:solidFill>
                <a:srgbClr val="000000"/>
              </a:solidFill>
              <a:effectLst/>
              <a:uFillTx/>
              <a:latin typeface="Arial"/>
            </a:endParaRPr>
          </a:p>
        </p:txBody>
      </p:sp>
    </p:spTree>
  </p:cSld>
</p:notes>
</file>

<file path=ppt/notesSlides/notesSlide4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8" name="PlaceHolder 1"/>
          <p:cNvSpPr>
            <a:spLocks noGrp="1"/>
          </p:cNvSpPr>
          <p:nvPr>
            <p:ph type="sldImg"/>
          </p:nvPr>
        </p:nvSpPr>
        <p:spPr>
          <a:xfrm>
            <a:off x="685800" y="1143000"/>
            <a:ext cx="5486400" cy="3085920"/>
          </a:xfrm>
          <a:prstGeom prst="rect">
            <a:avLst/>
          </a:prstGeom>
          <a:ln w="0">
            <a:noFill/>
          </a:ln>
        </p:spPr>
      </p:sp>
      <p:sp>
        <p:nvSpPr>
          <p:cNvPr id="329" name="PlaceHolder 2"/>
          <p:cNvSpPr>
            <a:spLocks noGrp="1"/>
          </p:cNvSpPr>
          <p:nvPr>
            <p:ph type="body"/>
          </p:nvPr>
        </p:nvSpPr>
        <p:spPr>
          <a:xfrm>
            <a:off x="685800" y="4400280"/>
            <a:ext cx="5486400" cy="3600720"/>
          </a:xfrm>
          <a:prstGeom prst="rect">
            <a:avLst/>
          </a:prstGeom>
          <a:noFill/>
          <a:ln w="0">
            <a:noFill/>
          </a:ln>
        </p:spPr>
        <p:txBody>
          <a:bodyPr lIns="0" tIns="0" rIns="0" bIns="0" anchor="t">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ru-RU" sz="1200" b="0" u="none" strike="noStrike">
              <a:solidFill>
                <a:srgbClr val="000000"/>
              </a:solidFill>
              <a:effectLst/>
              <a:uFillTx/>
              <a:latin typeface="Calibri"/>
            </a:endParaRPr>
          </a:p>
        </p:txBody>
      </p:sp>
      <p:sp>
        <p:nvSpPr>
          <p:cNvPr id="330" name="Номер слайда 3"/>
          <p:cNvSpPr/>
          <p:nvPr/>
        </p:nvSpPr>
        <p:spPr>
          <a:xfrm>
            <a:off x="3884400" y="8685000"/>
            <a:ext cx="2971800" cy="459000"/>
          </a:xfrm>
          <a:prstGeom prst="rect">
            <a:avLst/>
          </a:prstGeom>
          <a:noFill/>
          <a:ln w="3816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95985600-0104-4C56-87D8-714698D0ABCB}" type="slidenum">
              <a:rPr lang="ru-RU" sz="1200" b="0" u="none" strike="noStrike">
                <a:solidFill>
                  <a:srgbClr val="000000"/>
                </a:solidFill>
                <a:effectLst/>
                <a:uFillTx/>
                <a:latin typeface="Arial"/>
                <a:ea typeface="SimSun"/>
              </a:rPr>
              <a:t>&lt;number&gt;</a:t>
            </a:fld>
            <a:endParaRPr lang="en-US" sz="1200" b="0" u="none" strike="noStrike">
              <a:solidFill>
                <a:srgbClr val="000000"/>
              </a:solidFill>
              <a:effectLst/>
              <a:uFillTx/>
              <a:latin typeface="Arial"/>
            </a:endParaRPr>
          </a:p>
        </p:txBody>
      </p:sp>
    </p:spTree>
  </p:cSld>
</p:notes>
</file>

<file path=ppt/notesSlides/notesSlide4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1" name="PlaceHolder 1"/>
          <p:cNvSpPr>
            <a:spLocks noGrp="1"/>
          </p:cNvSpPr>
          <p:nvPr>
            <p:ph type="sldImg"/>
          </p:nvPr>
        </p:nvSpPr>
        <p:spPr>
          <a:xfrm>
            <a:off x="685800" y="1143000"/>
            <a:ext cx="5486400" cy="3085920"/>
          </a:xfrm>
          <a:prstGeom prst="rect">
            <a:avLst/>
          </a:prstGeom>
          <a:ln w="0">
            <a:noFill/>
          </a:ln>
        </p:spPr>
      </p:sp>
      <p:sp>
        <p:nvSpPr>
          <p:cNvPr id="332" name="PlaceHolder 2"/>
          <p:cNvSpPr>
            <a:spLocks noGrp="1"/>
          </p:cNvSpPr>
          <p:nvPr>
            <p:ph type="body"/>
          </p:nvPr>
        </p:nvSpPr>
        <p:spPr>
          <a:xfrm>
            <a:off x="685800" y="4400280"/>
            <a:ext cx="5486400" cy="3600720"/>
          </a:xfrm>
          <a:prstGeom prst="rect">
            <a:avLst/>
          </a:prstGeom>
          <a:noFill/>
          <a:ln w="0">
            <a:noFill/>
          </a:ln>
        </p:spPr>
        <p:txBody>
          <a:bodyPr lIns="0" tIns="0" rIns="0" bIns="0" anchor="t">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ru-RU" sz="1200" b="0" u="none" strike="noStrike">
              <a:solidFill>
                <a:srgbClr val="000000"/>
              </a:solidFill>
              <a:effectLst/>
              <a:uFillTx/>
              <a:latin typeface="Calibri"/>
            </a:endParaRPr>
          </a:p>
        </p:txBody>
      </p:sp>
      <p:sp>
        <p:nvSpPr>
          <p:cNvPr id="333" name="Номер слайда 3"/>
          <p:cNvSpPr/>
          <p:nvPr/>
        </p:nvSpPr>
        <p:spPr>
          <a:xfrm>
            <a:off x="3884400" y="8685000"/>
            <a:ext cx="2971800" cy="459000"/>
          </a:xfrm>
          <a:prstGeom prst="rect">
            <a:avLst/>
          </a:prstGeom>
          <a:noFill/>
          <a:ln w="3816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FECDEBF2-42F1-47BB-B937-12D2CE964879}" type="slidenum">
              <a:rPr lang="ru-RU" sz="1200" b="0" u="none" strike="noStrike">
                <a:solidFill>
                  <a:srgbClr val="000000"/>
                </a:solidFill>
                <a:effectLst/>
                <a:uFillTx/>
                <a:latin typeface="Arial"/>
                <a:ea typeface="SimSun"/>
              </a:rPr>
              <a:t>&lt;number&gt;</a:t>
            </a:fld>
            <a:endParaRPr lang="en-US" sz="1200" b="0" u="none" strike="noStrike">
              <a:solidFill>
                <a:srgbClr val="000000"/>
              </a:solidFill>
              <a:effectLst/>
              <a:uFillTx/>
              <a:latin typeface="Arial"/>
            </a:endParaRPr>
          </a:p>
        </p:txBody>
      </p:sp>
    </p:spTree>
  </p:cSld>
</p:notes>
</file>

<file path=ppt/notesSlides/notesSlide4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4" name="PlaceHolder 1"/>
          <p:cNvSpPr>
            <a:spLocks noGrp="1"/>
          </p:cNvSpPr>
          <p:nvPr>
            <p:ph type="sldImg"/>
          </p:nvPr>
        </p:nvSpPr>
        <p:spPr>
          <a:xfrm>
            <a:off x="685800" y="1143000"/>
            <a:ext cx="5486400" cy="3085920"/>
          </a:xfrm>
          <a:prstGeom prst="rect">
            <a:avLst/>
          </a:prstGeom>
          <a:ln w="0">
            <a:noFill/>
          </a:ln>
        </p:spPr>
      </p:sp>
      <p:sp>
        <p:nvSpPr>
          <p:cNvPr id="335" name="PlaceHolder 2"/>
          <p:cNvSpPr>
            <a:spLocks noGrp="1"/>
          </p:cNvSpPr>
          <p:nvPr>
            <p:ph type="body"/>
          </p:nvPr>
        </p:nvSpPr>
        <p:spPr>
          <a:xfrm>
            <a:off x="685800" y="4400280"/>
            <a:ext cx="5486400" cy="3600720"/>
          </a:xfrm>
          <a:prstGeom prst="rect">
            <a:avLst/>
          </a:prstGeom>
          <a:noFill/>
          <a:ln w="0">
            <a:noFill/>
          </a:ln>
        </p:spPr>
        <p:txBody>
          <a:bodyPr lIns="0" tIns="0" rIns="0" bIns="0" anchor="t">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ru-RU" sz="1200" b="0" u="none" strike="noStrike">
              <a:solidFill>
                <a:srgbClr val="000000"/>
              </a:solidFill>
              <a:effectLst/>
              <a:uFillTx/>
              <a:latin typeface="Calibri"/>
            </a:endParaRPr>
          </a:p>
        </p:txBody>
      </p:sp>
      <p:sp>
        <p:nvSpPr>
          <p:cNvPr id="336" name="Номер слайда 3"/>
          <p:cNvSpPr/>
          <p:nvPr/>
        </p:nvSpPr>
        <p:spPr>
          <a:xfrm>
            <a:off x="3884400" y="8685000"/>
            <a:ext cx="2971800" cy="459000"/>
          </a:xfrm>
          <a:prstGeom prst="rect">
            <a:avLst/>
          </a:prstGeom>
          <a:noFill/>
          <a:ln w="3816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11589DE2-1E04-464A-8700-A10C7D5E9F6A}" type="slidenum">
              <a:rPr lang="ru-RU" sz="1200" b="0" u="none" strike="noStrike">
                <a:solidFill>
                  <a:srgbClr val="000000"/>
                </a:solidFill>
                <a:effectLst/>
                <a:uFillTx/>
                <a:latin typeface="Arial"/>
                <a:ea typeface="SimSun"/>
              </a:rPr>
              <a:t>&lt;number&gt;</a:t>
            </a:fld>
            <a:endParaRPr lang="en-US" sz="1200" b="0" u="none" strike="noStrike">
              <a:solidFill>
                <a:srgbClr val="000000"/>
              </a:solidFill>
              <a:effectLst/>
              <a:uFillTx/>
              <a:latin typeface="Arial"/>
            </a:endParaRPr>
          </a:p>
        </p:txBody>
      </p:sp>
    </p:spTree>
  </p:cSld>
</p:notes>
</file>

<file path=ppt/notesSlides/notesSlide4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7" name="PlaceHolder 1"/>
          <p:cNvSpPr>
            <a:spLocks noGrp="1"/>
          </p:cNvSpPr>
          <p:nvPr>
            <p:ph type="sldImg"/>
          </p:nvPr>
        </p:nvSpPr>
        <p:spPr>
          <a:xfrm>
            <a:off x="685800" y="1143000"/>
            <a:ext cx="5486400" cy="3085920"/>
          </a:xfrm>
          <a:prstGeom prst="rect">
            <a:avLst/>
          </a:prstGeom>
          <a:ln w="0">
            <a:noFill/>
          </a:ln>
        </p:spPr>
      </p:sp>
      <p:sp>
        <p:nvSpPr>
          <p:cNvPr id="338" name="PlaceHolder 2"/>
          <p:cNvSpPr>
            <a:spLocks noGrp="1"/>
          </p:cNvSpPr>
          <p:nvPr>
            <p:ph type="body"/>
          </p:nvPr>
        </p:nvSpPr>
        <p:spPr>
          <a:xfrm>
            <a:off x="685800" y="4400280"/>
            <a:ext cx="5486400" cy="3600720"/>
          </a:xfrm>
          <a:prstGeom prst="rect">
            <a:avLst/>
          </a:prstGeom>
          <a:noFill/>
          <a:ln w="0">
            <a:noFill/>
          </a:ln>
        </p:spPr>
        <p:txBody>
          <a:bodyPr lIns="0" tIns="0" rIns="0" bIns="0" anchor="t">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ru-RU" sz="1200" b="0" u="none" strike="noStrike">
              <a:solidFill>
                <a:srgbClr val="000000"/>
              </a:solidFill>
              <a:effectLst/>
              <a:uFillTx/>
              <a:latin typeface="Calibri"/>
            </a:endParaRPr>
          </a:p>
        </p:txBody>
      </p:sp>
      <p:sp>
        <p:nvSpPr>
          <p:cNvPr id="339" name="Номер слайда 3"/>
          <p:cNvSpPr/>
          <p:nvPr/>
        </p:nvSpPr>
        <p:spPr>
          <a:xfrm>
            <a:off x="3884400" y="8685000"/>
            <a:ext cx="2971800" cy="459000"/>
          </a:xfrm>
          <a:prstGeom prst="rect">
            <a:avLst/>
          </a:prstGeom>
          <a:noFill/>
          <a:ln w="3816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67A60C7B-856E-4580-B676-3D3CBA3A9061}" type="slidenum">
              <a:rPr lang="ru-RU" sz="1200" b="0" u="none" strike="noStrike">
                <a:solidFill>
                  <a:srgbClr val="000000"/>
                </a:solidFill>
                <a:effectLst/>
                <a:uFillTx/>
                <a:latin typeface="Arial"/>
                <a:ea typeface="SimSun"/>
              </a:rPr>
              <a:t>&lt;number&gt;</a:t>
            </a:fld>
            <a:endParaRPr lang="en-US" sz="1200" b="0" u="none" strike="noStrike">
              <a:solidFill>
                <a:srgbClr val="000000"/>
              </a:solidFill>
              <a:effectLst/>
              <a:uFillTx/>
              <a:latin typeface="Arial"/>
            </a:endParaRPr>
          </a:p>
        </p:txBody>
      </p:sp>
    </p:spTree>
  </p:cSld>
</p:notes>
</file>

<file path=ppt/notesSlides/notesSlide4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0" name="PlaceHolder 1"/>
          <p:cNvSpPr>
            <a:spLocks noGrp="1"/>
          </p:cNvSpPr>
          <p:nvPr>
            <p:ph type="sldImg"/>
          </p:nvPr>
        </p:nvSpPr>
        <p:spPr>
          <a:xfrm>
            <a:off x="685800" y="1143000"/>
            <a:ext cx="5486400" cy="3085920"/>
          </a:xfrm>
          <a:prstGeom prst="rect">
            <a:avLst/>
          </a:prstGeom>
          <a:ln w="0">
            <a:noFill/>
          </a:ln>
        </p:spPr>
      </p:sp>
      <p:sp>
        <p:nvSpPr>
          <p:cNvPr id="341" name="PlaceHolder 2"/>
          <p:cNvSpPr>
            <a:spLocks noGrp="1"/>
          </p:cNvSpPr>
          <p:nvPr>
            <p:ph type="body"/>
          </p:nvPr>
        </p:nvSpPr>
        <p:spPr>
          <a:xfrm>
            <a:off x="685800" y="4400280"/>
            <a:ext cx="5486400" cy="3600720"/>
          </a:xfrm>
          <a:prstGeom prst="rect">
            <a:avLst/>
          </a:prstGeom>
          <a:noFill/>
          <a:ln w="0">
            <a:noFill/>
          </a:ln>
        </p:spPr>
        <p:txBody>
          <a:bodyPr lIns="0" tIns="0" rIns="0" bIns="0" anchor="t">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ru-RU" sz="1200" b="0" u="none" strike="noStrike">
              <a:solidFill>
                <a:srgbClr val="000000"/>
              </a:solidFill>
              <a:effectLst/>
              <a:uFillTx/>
              <a:latin typeface="Calibri"/>
            </a:endParaRPr>
          </a:p>
        </p:txBody>
      </p:sp>
      <p:sp>
        <p:nvSpPr>
          <p:cNvPr id="342" name="Номер слайда 3"/>
          <p:cNvSpPr/>
          <p:nvPr/>
        </p:nvSpPr>
        <p:spPr>
          <a:xfrm>
            <a:off x="3884400" y="8685000"/>
            <a:ext cx="2971800" cy="459000"/>
          </a:xfrm>
          <a:prstGeom prst="rect">
            <a:avLst/>
          </a:prstGeom>
          <a:noFill/>
          <a:ln w="3816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0C198F56-8B7B-4F09-8DEB-886E9BEE6FCC}" type="slidenum">
              <a:rPr lang="ru-RU" sz="1200" b="0" u="none" strike="noStrike">
                <a:solidFill>
                  <a:srgbClr val="000000"/>
                </a:solidFill>
                <a:effectLst/>
                <a:uFillTx/>
                <a:latin typeface="Arial"/>
                <a:ea typeface="SimSun"/>
              </a:rPr>
              <a:t>&lt;number&gt;</a:t>
            </a:fld>
            <a:endParaRPr lang="en-US" sz="1200" b="0" u="none" strike="noStrike">
              <a:solidFill>
                <a:srgbClr val="000000"/>
              </a:solidFill>
              <a:effectLst/>
              <a:uFillTx/>
              <a:latin typeface="Arial"/>
            </a:endParaRPr>
          </a:p>
        </p:txBody>
      </p:sp>
    </p:spTree>
  </p:cSld>
</p:notes>
</file>

<file path=ppt/notesSlides/notesSlide5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3" name="PlaceHolder 1"/>
          <p:cNvSpPr>
            <a:spLocks noGrp="1"/>
          </p:cNvSpPr>
          <p:nvPr>
            <p:ph type="sldImg"/>
          </p:nvPr>
        </p:nvSpPr>
        <p:spPr>
          <a:xfrm>
            <a:off x="685800" y="1143000"/>
            <a:ext cx="5486400" cy="3085920"/>
          </a:xfrm>
          <a:prstGeom prst="rect">
            <a:avLst/>
          </a:prstGeom>
          <a:ln w="0">
            <a:noFill/>
          </a:ln>
        </p:spPr>
      </p:sp>
      <p:sp>
        <p:nvSpPr>
          <p:cNvPr id="344" name="PlaceHolder 2"/>
          <p:cNvSpPr>
            <a:spLocks noGrp="1"/>
          </p:cNvSpPr>
          <p:nvPr>
            <p:ph type="body"/>
          </p:nvPr>
        </p:nvSpPr>
        <p:spPr>
          <a:xfrm>
            <a:off x="685800" y="4400280"/>
            <a:ext cx="5486400" cy="3600720"/>
          </a:xfrm>
          <a:prstGeom prst="rect">
            <a:avLst/>
          </a:prstGeom>
          <a:noFill/>
          <a:ln w="0">
            <a:noFill/>
          </a:ln>
        </p:spPr>
        <p:txBody>
          <a:bodyPr lIns="0" tIns="0" rIns="0" bIns="0" anchor="t">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ru-RU" sz="1200" b="0" u="none" strike="noStrike">
              <a:solidFill>
                <a:srgbClr val="000000"/>
              </a:solidFill>
              <a:effectLst/>
              <a:uFillTx/>
              <a:latin typeface="Calibri"/>
            </a:endParaRPr>
          </a:p>
        </p:txBody>
      </p:sp>
      <p:sp>
        <p:nvSpPr>
          <p:cNvPr id="345" name="Номер слайда 3"/>
          <p:cNvSpPr/>
          <p:nvPr/>
        </p:nvSpPr>
        <p:spPr>
          <a:xfrm>
            <a:off x="3884400" y="8685000"/>
            <a:ext cx="2971800" cy="459000"/>
          </a:xfrm>
          <a:prstGeom prst="rect">
            <a:avLst/>
          </a:prstGeom>
          <a:noFill/>
          <a:ln w="3816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9418802D-1C39-4C41-8C01-B5288E687B8F}" type="slidenum">
              <a:rPr lang="ru-RU" sz="1200" b="0" u="none" strike="noStrike">
                <a:solidFill>
                  <a:srgbClr val="000000"/>
                </a:solidFill>
                <a:effectLst/>
                <a:uFillTx/>
                <a:latin typeface="Arial"/>
                <a:ea typeface="SimSun"/>
              </a:rPr>
              <a:t>&lt;number&gt;</a:t>
            </a:fld>
            <a:endParaRPr lang="en-US" sz="1200" b="0" u="none" strike="noStrike">
              <a:solidFill>
                <a:srgbClr val="000000"/>
              </a:solidFill>
              <a:effectLst/>
              <a:uFillTx/>
              <a:latin typeface="Arial"/>
            </a:endParaRPr>
          </a:p>
        </p:txBody>
      </p:sp>
    </p:spTree>
  </p:cSld>
</p:notes>
</file>

<file path=ppt/notesSlides/notesSlide5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6" name="PlaceHolder 1"/>
          <p:cNvSpPr>
            <a:spLocks noGrp="1"/>
          </p:cNvSpPr>
          <p:nvPr>
            <p:ph type="sldImg"/>
          </p:nvPr>
        </p:nvSpPr>
        <p:spPr>
          <a:xfrm>
            <a:off x="685800" y="1143000"/>
            <a:ext cx="5486400" cy="3085920"/>
          </a:xfrm>
          <a:prstGeom prst="rect">
            <a:avLst/>
          </a:prstGeom>
          <a:ln w="0">
            <a:noFill/>
          </a:ln>
        </p:spPr>
      </p:sp>
      <p:sp>
        <p:nvSpPr>
          <p:cNvPr id="347" name="PlaceHolder 2"/>
          <p:cNvSpPr>
            <a:spLocks noGrp="1"/>
          </p:cNvSpPr>
          <p:nvPr>
            <p:ph type="body"/>
          </p:nvPr>
        </p:nvSpPr>
        <p:spPr>
          <a:xfrm>
            <a:off x="685800" y="4400280"/>
            <a:ext cx="5486400" cy="3600720"/>
          </a:xfrm>
          <a:prstGeom prst="rect">
            <a:avLst/>
          </a:prstGeom>
          <a:noFill/>
          <a:ln w="0">
            <a:noFill/>
          </a:ln>
        </p:spPr>
        <p:txBody>
          <a:bodyPr lIns="0" tIns="0" rIns="0" bIns="0" anchor="t">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ru-RU" sz="1200" b="0" u="none" strike="noStrike">
              <a:solidFill>
                <a:srgbClr val="000000"/>
              </a:solidFill>
              <a:effectLst/>
              <a:uFillTx/>
              <a:latin typeface="Calibri"/>
            </a:endParaRPr>
          </a:p>
        </p:txBody>
      </p:sp>
      <p:sp>
        <p:nvSpPr>
          <p:cNvPr id="348" name="Номер слайда 3"/>
          <p:cNvSpPr/>
          <p:nvPr/>
        </p:nvSpPr>
        <p:spPr>
          <a:xfrm>
            <a:off x="3884400" y="8685000"/>
            <a:ext cx="2971800" cy="459000"/>
          </a:xfrm>
          <a:prstGeom prst="rect">
            <a:avLst/>
          </a:prstGeom>
          <a:noFill/>
          <a:ln w="3816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245AB7B8-A88B-4C68-80BE-EC415F584CC8}" type="slidenum">
              <a:rPr lang="ru-RU" sz="1200" b="0" u="none" strike="noStrike">
                <a:solidFill>
                  <a:srgbClr val="000000"/>
                </a:solidFill>
                <a:effectLst/>
                <a:uFillTx/>
                <a:latin typeface="Arial"/>
                <a:ea typeface="SimSun"/>
              </a:rPr>
              <a:t>&lt;number&gt;</a:t>
            </a:fld>
            <a:endParaRPr lang="en-US" sz="1200" b="0" u="none" strike="noStrike">
              <a:solidFill>
                <a:srgbClr val="000000"/>
              </a:solidFill>
              <a:effectLst/>
              <a:uFillTx/>
              <a:latin typeface="Arial"/>
            </a:endParaRPr>
          </a:p>
        </p:txBody>
      </p:sp>
    </p:spTree>
  </p:cSld>
</p:notes>
</file>

<file path=ppt/notesSlides/notesSlide5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9" name="PlaceHolder 1"/>
          <p:cNvSpPr>
            <a:spLocks noGrp="1"/>
          </p:cNvSpPr>
          <p:nvPr>
            <p:ph type="sldImg"/>
          </p:nvPr>
        </p:nvSpPr>
        <p:spPr>
          <a:xfrm>
            <a:off x="685800" y="1143000"/>
            <a:ext cx="5486400" cy="3085920"/>
          </a:xfrm>
          <a:prstGeom prst="rect">
            <a:avLst/>
          </a:prstGeom>
          <a:ln w="0">
            <a:noFill/>
          </a:ln>
        </p:spPr>
      </p:sp>
      <p:sp>
        <p:nvSpPr>
          <p:cNvPr id="350" name="PlaceHolder 2"/>
          <p:cNvSpPr>
            <a:spLocks noGrp="1"/>
          </p:cNvSpPr>
          <p:nvPr>
            <p:ph type="body"/>
          </p:nvPr>
        </p:nvSpPr>
        <p:spPr>
          <a:xfrm>
            <a:off x="685800" y="4400280"/>
            <a:ext cx="5486400" cy="3600720"/>
          </a:xfrm>
          <a:prstGeom prst="rect">
            <a:avLst/>
          </a:prstGeom>
          <a:noFill/>
          <a:ln w="0">
            <a:noFill/>
          </a:ln>
        </p:spPr>
        <p:txBody>
          <a:bodyPr lIns="0" tIns="0" rIns="0" bIns="0" anchor="t">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ru-RU" sz="1200" b="0" u="none" strike="noStrike">
              <a:solidFill>
                <a:srgbClr val="000000"/>
              </a:solidFill>
              <a:effectLst/>
              <a:uFillTx/>
              <a:latin typeface="Calibri"/>
            </a:endParaRPr>
          </a:p>
        </p:txBody>
      </p:sp>
      <p:sp>
        <p:nvSpPr>
          <p:cNvPr id="351" name="Номер слайда 3"/>
          <p:cNvSpPr/>
          <p:nvPr/>
        </p:nvSpPr>
        <p:spPr>
          <a:xfrm>
            <a:off x="3884400" y="8685000"/>
            <a:ext cx="2971800" cy="459000"/>
          </a:xfrm>
          <a:prstGeom prst="rect">
            <a:avLst/>
          </a:prstGeom>
          <a:noFill/>
          <a:ln w="3816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45057585-46DC-4BE7-8678-74D147104775}" type="slidenum">
              <a:rPr lang="ru-RU" sz="1200" b="0" u="none" strike="noStrike">
                <a:solidFill>
                  <a:srgbClr val="000000"/>
                </a:solidFill>
                <a:effectLst/>
                <a:uFillTx/>
                <a:latin typeface="Arial"/>
                <a:ea typeface="SimSun"/>
              </a:rPr>
              <a:t>&lt;number&gt;</a:t>
            </a:fld>
            <a:endParaRPr lang="en-US" sz="1200" b="0" u="none" strike="noStrike">
              <a:solidFill>
                <a:srgbClr val="000000"/>
              </a:solidFill>
              <a:effectLst/>
              <a:uFillTx/>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D8F7731E-9E3E-4D5C-8696-C7A4042083D2}" type="slidenum">
              <a:t>&lt;#&gt;</a:t>
            </a:fld>
          </a:p>
        </p:txBody>
      </p:sp>
      <p:sp>
        <p:nvSpPr>
          <p:cNvPr id="4" name="PlaceHolder 3"/>
          <p:cNvSpPr>
            <a:spLocks noGrp="1"/>
          </p:cNvSpPr>
          <p:nvPr>
            <p:ph type="dt" idx="1"/>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960"/>
            <a:ext cx="10972800" cy="1143000"/>
          </a:xfrm>
          <a:prstGeom prst="rect">
            <a:avLst/>
          </a:prstGeom>
          <a:noFill/>
          <a:ln w="0">
            <a:noFill/>
          </a:ln>
        </p:spPr>
        <p:txBody>
          <a:bodyPr lIns="90000" tIns="46800" rIns="90000" bIns="46800" anchor="ctr">
            <a:noAutofit/>
          </a:bodyPr>
          <a:lstStyle>
            <a:lvl1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en-US" sz="4400" b="0" u="none" strike="noStrike">
                <a:solidFill>
                  <a:srgbClr val="44546A"/>
                </a:solidFill>
                <a:effectLst/>
                <a:uFillTx/>
                <a:latin typeface="Arial"/>
              </a:defRPr>
            </a:lvl1pPr>
          </a:lstStyle>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b="0" u="none" strike="noStrike">
                <a:solidFill>
                  <a:srgbClr val="44546A"/>
                </a:solidFill>
                <a:effectLst/>
                <a:uFillTx/>
                <a:latin typeface="Arial"/>
              </a:rPr>
              <a:t>Click to edit the title text format</a:t>
            </a:r>
            <a:endParaRPr lang="en-US" sz="4400" b="0" u="none" strike="noStrike">
              <a:solidFill>
                <a:srgbClr val="44546A"/>
              </a:solidFill>
              <a:effectLst/>
              <a:uFillTx/>
              <a:latin typeface="Arial"/>
            </a:endParaRPr>
          </a:p>
        </p:txBody>
      </p:sp>
      <p:sp>
        <p:nvSpPr>
          <p:cNvPr id="3" name="PlaceHolder 2"/>
          <p:cNvSpPr>
            <a:spLocks noGrp="1"/>
          </p:cNvSpPr>
          <p:nvPr>
            <p:ph type="body"/>
          </p:nvPr>
        </p:nvSpPr>
        <p:spPr>
          <a:xfrm>
            <a:off x="609480" y="1600200"/>
            <a:ext cx="10972800" cy="4525920"/>
          </a:xfrm>
          <a:prstGeom prst="rect">
            <a:avLst/>
          </a:prstGeom>
          <a:noFill/>
          <a:ln w="0">
            <a:noFill/>
          </a:ln>
        </p:spPr>
        <p:txBody>
          <a:bodyPr lIns="90000" tIns="46800" rIns="90000" bIns="46800" anchor="t">
            <a:normAutofit/>
          </a:bodyPr>
          <a:lstStyle>
            <a:lvl1pPr algn="l">
              <a:spcBef>
                <a:spcPts val="799"/>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3200" b="0" u="none" strike="noStrike">
                <a:solidFill>
                  <a:srgbClr val="000000"/>
                </a:solidFill>
                <a:effectLst/>
                <a:uFillTx/>
                <a:latin typeface="Arial"/>
              </a:defRPr>
            </a:lvl1pPr>
            <a:lvl2pPr lvl="1" algn="l">
              <a:spcBef>
                <a:spcPts val="799"/>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3200" b="0" u="none" strike="noStrike">
                <a:solidFill>
                  <a:srgbClr val="000000"/>
                </a:solidFill>
                <a:effectLst/>
                <a:uFillTx/>
                <a:latin typeface="Arial"/>
              </a:defRPr>
            </a:lvl2pPr>
            <a:lvl3pPr lvl="2" algn="l">
              <a:spcBef>
                <a:spcPts val="799"/>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3200" b="0" u="none" strike="noStrike">
                <a:solidFill>
                  <a:srgbClr val="000000"/>
                </a:solidFill>
                <a:effectLst/>
                <a:uFillTx/>
                <a:latin typeface="Arial"/>
              </a:defRPr>
            </a:lvl3pPr>
            <a:lvl4pPr lvl="3" algn="l">
              <a:spcBef>
                <a:spcPts val="799"/>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3200" b="0" u="none" strike="noStrike">
                <a:solidFill>
                  <a:srgbClr val="000000"/>
                </a:solidFill>
                <a:effectLst/>
                <a:uFillTx/>
                <a:latin typeface="Arial"/>
              </a:defRPr>
            </a:lvl4pPr>
            <a:lvl5pPr lvl="4" algn="l">
              <a:spcBef>
                <a:spcPts val="799"/>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3200" b="0" u="none" strike="noStrike">
                <a:solidFill>
                  <a:srgbClr val="000000"/>
                </a:solidFill>
                <a:effectLst/>
                <a:uFillTx/>
                <a:latin typeface="Arial"/>
              </a:defRPr>
            </a:lvl5pPr>
            <a:lvl6pPr lvl="5" algn="l">
              <a:spcBef>
                <a:spcPts val="799"/>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3200" b="0" u="none" strike="noStrike">
                <a:solidFill>
                  <a:srgbClr val="000000"/>
                </a:solidFill>
                <a:effectLst/>
                <a:uFillTx/>
                <a:latin typeface="Arial"/>
              </a:defRPr>
            </a:lvl6pPr>
            <a:lvl7pPr lvl="6" algn="l">
              <a:spcBef>
                <a:spcPts val="799"/>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3200" b="0" u="none" strike="noStrike">
                <a:solidFill>
                  <a:srgbClr val="000000"/>
                </a:solidFill>
                <a:effectLst/>
                <a:uFillTx/>
                <a:latin typeface="Arial"/>
              </a:defRPr>
            </a:lvl7pPr>
          </a:lstStyle>
          <a:p>
            <a:pPr marL="343080" indent="-343080" algn="l">
              <a:spcBef>
                <a:spcPts val="799"/>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Arial"/>
              </a:rPr>
              <a:t>Click to edit the outline text format</a:t>
            </a:r>
            <a:endParaRPr lang="en-US" sz="3200" b="0" u="none" strike="noStrike">
              <a:solidFill>
                <a:srgbClr val="000000"/>
              </a:solidFill>
              <a:effectLst/>
              <a:uFillTx/>
              <a:latin typeface="Arial"/>
            </a:endParaRPr>
          </a:p>
          <a:p>
            <a:pPr marL="743040" lvl="1" indent="-285840" algn="l">
              <a:spcBef>
                <a:spcPts val="799"/>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Arial"/>
              </a:rPr>
              <a:t>Second Outline Level</a:t>
            </a:r>
            <a:endParaRPr lang="en-US" sz="3200" b="0" u="none" strike="noStrike">
              <a:solidFill>
                <a:srgbClr val="000000"/>
              </a:solidFill>
              <a:effectLst/>
              <a:uFillTx/>
              <a:latin typeface="Arial"/>
            </a:endParaRPr>
          </a:p>
          <a:p>
            <a:pPr marL="1143000" lvl="2" indent="-228600" algn="l">
              <a:spcBef>
                <a:spcPts val="799"/>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Arial"/>
              </a:rPr>
              <a:t>Third Outline Level</a:t>
            </a:r>
            <a:endParaRPr lang="en-US" sz="3200" b="0" u="none" strike="noStrike">
              <a:solidFill>
                <a:srgbClr val="000000"/>
              </a:solidFill>
              <a:effectLst/>
              <a:uFillTx/>
              <a:latin typeface="Arial"/>
            </a:endParaRPr>
          </a:p>
          <a:p>
            <a:pPr marL="1600200" lvl="3" indent="-228600" algn="l">
              <a:spcBef>
                <a:spcPts val="799"/>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Arial"/>
              </a:rPr>
              <a:t>Fourth Outline Level</a:t>
            </a:r>
            <a:endParaRPr lang="en-US" sz="3200" b="0" u="none" strike="noStrike">
              <a:solidFill>
                <a:srgbClr val="000000"/>
              </a:solidFill>
              <a:effectLst/>
              <a:uFillTx/>
              <a:latin typeface="Arial"/>
            </a:endParaRPr>
          </a:p>
          <a:p>
            <a:pPr marL="2057400" lvl="4" indent="-228600" algn="l">
              <a:spcBef>
                <a:spcPts val="799"/>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Arial"/>
              </a:rPr>
              <a:t>Fifth Outline Level</a:t>
            </a:r>
            <a:endParaRPr lang="en-US" sz="3200" b="0" u="none" strike="noStrike">
              <a:solidFill>
                <a:srgbClr val="000000"/>
              </a:solidFill>
              <a:effectLst/>
              <a:uFillTx/>
              <a:latin typeface="Arial"/>
            </a:endParaRPr>
          </a:p>
          <a:p>
            <a:pPr marL="2057400" lvl="5" indent="-228600" algn="l">
              <a:spcBef>
                <a:spcPts val="799"/>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Arial"/>
              </a:rPr>
              <a:t>Sixth Outline Level</a:t>
            </a:r>
            <a:endParaRPr lang="en-US" sz="3200" b="0" u="none" strike="noStrike">
              <a:solidFill>
                <a:srgbClr val="000000"/>
              </a:solidFill>
              <a:effectLst/>
              <a:uFillTx/>
              <a:latin typeface="Arial"/>
            </a:endParaRPr>
          </a:p>
          <a:p>
            <a:pPr marL="2057400" lvl="6" indent="-228600" algn="l">
              <a:spcBef>
                <a:spcPts val="799"/>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Arial"/>
              </a:rPr>
              <a:t>Seventh Outline Level</a:t>
            </a:r>
            <a:endParaRPr lang="en-US" sz="3200" b="0" u="none" strike="noStrike">
              <a:solidFill>
                <a:srgbClr val="000000"/>
              </a:solidFill>
              <a:effectLst/>
              <a:uFillTx/>
              <a:latin typeface="Arial"/>
            </a:endParaRPr>
          </a:p>
        </p:txBody>
      </p:sp>
      <p:sp>
        <p:nvSpPr>
          <p:cNvPr id="4" name="PlaceHolder 3"/>
          <p:cNvSpPr>
            <a:spLocks noGrp="1"/>
          </p:cNvSpPr>
          <p:nvPr>
            <p:ph type="dt" idx="1"/>
          </p:nvPr>
        </p:nvSpPr>
        <p:spPr>
          <a:xfrm>
            <a:off x="609480" y="6244560"/>
            <a:ext cx="2844720" cy="476280"/>
          </a:xfrm>
          <a:prstGeom prst="rect">
            <a:avLst/>
          </a:prstGeom>
          <a:noFill/>
          <a:ln w="38160">
            <a:noFill/>
          </a:ln>
        </p:spPr>
        <p:txBody>
          <a:bodyPr lIns="90000" tIns="46800" rIns="90000" bIns="46800" anchor="t">
            <a:noAutofit/>
          </a:bodyPr>
          <a:lstStyle>
            <a:lvl1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ru-RU" sz="1400" b="0" u="none" strike="noStrike">
                <a:solidFill>
                  <a:srgbClr val="000000"/>
                </a:solidFill>
                <a:effectLst/>
                <a:uFillTx/>
                <a:latin typeface="Arial"/>
              </a:defRPr>
            </a:lvl1pPr>
          </a:lstStyle>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1417CF6E-EC59-4511-A43D-22304C6BA6E6}" type="datetime">
              <a:rPr lang="ru-RU" sz="1400" b="0" u="none" strike="noStrike">
                <a:solidFill>
                  <a:srgbClr val="000000"/>
                </a:solidFill>
                <a:effectLst/>
                <a:uFillTx/>
                <a:latin typeface="Arial"/>
              </a:rPr>
              <a:t>24.10.26</a:t>
            </a:fld>
            <a:endParaRPr lang="en-US" sz="1400" b="0" u="none" strike="noStrike">
              <a:solidFill>
                <a:srgbClr val="000000"/>
              </a:solidFill>
              <a:effectLst/>
              <a:uFillTx/>
              <a:latin typeface="Arial"/>
            </a:endParaRPr>
          </a:p>
        </p:txBody>
      </p:sp>
      <p:sp>
        <p:nvSpPr>
          <p:cNvPr id="5" name="PlaceHolder 4"/>
          <p:cNvSpPr>
            <a:spLocks noGrp="1"/>
          </p:cNvSpPr>
          <p:nvPr>
            <p:ph type="ftr" idx="2"/>
          </p:nvPr>
        </p:nvSpPr>
        <p:spPr>
          <a:xfrm>
            <a:off x="4165560" y="6244560"/>
            <a:ext cx="3860640" cy="476280"/>
          </a:xfrm>
          <a:prstGeom prst="rect">
            <a:avLst/>
          </a:prstGeom>
          <a:noFill/>
          <a:ln w="38160">
            <a:noFill/>
          </a:ln>
        </p:spPr>
        <p:txBody>
          <a:bodyPr lIns="90000" tIns="46800" rIns="90000" bIns="46800" anchor="t">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Arial"/>
            </a:endParaRPr>
          </a:p>
        </p:txBody>
      </p:sp>
      <p:sp>
        <p:nvSpPr>
          <p:cNvPr id="6" name="PlaceHolder 5"/>
          <p:cNvSpPr>
            <a:spLocks noGrp="1"/>
          </p:cNvSpPr>
          <p:nvPr>
            <p:ph type="sldNum" idx="3"/>
          </p:nvPr>
        </p:nvSpPr>
        <p:spPr>
          <a:xfrm>
            <a:off x="8737560" y="6244560"/>
            <a:ext cx="2844720" cy="476280"/>
          </a:xfrm>
          <a:prstGeom prst="rect">
            <a:avLst/>
          </a:prstGeom>
          <a:noFill/>
          <a:ln w="38160">
            <a:noFill/>
          </a:ln>
        </p:spPr>
        <p:txBody>
          <a:bodyPr lIns="90000" tIns="46800" rIns="90000" bIns="46800" anchor="t">
            <a:noAutofit/>
          </a:bodyPr>
          <a:lstStyle>
            <a:lvl1pPr indent="0" algn="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ru-RU" sz="1400" b="0" u="none" strike="noStrike">
                <a:solidFill>
                  <a:srgbClr val="000000"/>
                </a:solidFill>
                <a:effectLst/>
                <a:uFillTx/>
                <a:latin typeface="Arial"/>
              </a:defRPr>
            </a:lvl1pPr>
          </a:lstStyle>
          <a:p>
            <a:pPr indent="0" algn="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3072EFBB-C3E0-4822-BF7C-488C25294FD7}" type="slidenum">
              <a:rPr lang="ru-RU" sz="1400" b="0" u="none" strike="noStrike">
                <a:solidFill>
                  <a:srgbClr val="000000"/>
                </a:solidFill>
                <a:effectLst/>
                <a:uFillTx/>
                <a:latin typeface="Arial"/>
              </a:rPr>
              <a:t>&lt;number&gt;</a:t>
            </a:fld>
            <a:endParaRPr lang="en-US" sz="1400" b="0" u="none" strike="noStrik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jpeg"/><Relationship Id="rId3" Type="http://schemas.openxmlformats.org/officeDocument/2006/relationships/slideLayout" Target="../slideLayouts/slideLayout1.xml"/><Relationship Id="rId4"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 Target="slide3.xml"/><Relationship Id="rId2" Type="http://schemas.openxmlformats.org/officeDocument/2006/relationships/slide" Target="slide5.xml"/><Relationship Id="rId3" Type="http://schemas.openxmlformats.org/officeDocument/2006/relationships/slide" Target="slide7.xml"/><Relationship Id="rId4" Type="http://schemas.openxmlformats.org/officeDocument/2006/relationships/slide" Target="slide9.xml"/><Relationship Id="rId5" Type="http://schemas.openxmlformats.org/officeDocument/2006/relationships/slide" Target="slide43.xml"/><Relationship Id="rId6" Type="http://schemas.openxmlformats.org/officeDocument/2006/relationships/slide" Target="slide11.xml"/><Relationship Id="rId7" Type="http://schemas.openxmlformats.org/officeDocument/2006/relationships/slide" Target="slide13.xml"/><Relationship Id="rId8" Type="http://schemas.openxmlformats.org/officeDocument/2006/relationships/slide" Target="slide15.xml"/><Relationship Id="rId9" Type="http://schemas.openxmlformats.org/officeDocument/2006/relationships/slide" Target="slide17.xml"/><Relationship Id="rId10" Type="http://schemas.openxmlformats.org/officeDocument/2006/relationships/slide" Target="slide45.xml"/><Relationship Id="rId11" Type="http://schemas.openxmlformats.org/officeDocument/2006/relationships/slide" Target="slide19.xml"/><Relationship Id="rId12" Type="http://schemas.openxmlformats.org/officeDocument/2006/relationships/slide" Target="slide21.xml"/><Relationship Id="rId13" Type="http://schemas.openxmlformats.org/officeDocument/2006/relationships/slide" Target="slide23.xml"/><Relationship Id="rId14" Type="http://schemas.openxmlformats.org/officeDocument/2006/relationships/slide" Target="slide25.xml"/><Relationship Id="rId15" Type="http://schemas.openxmlformats.org/officeDocument/2006/relationships/slide" Target="slide47.xml"/><Relationship Id="rId16" Type="http://schemas.openxmlformats.org/officeDocument/2006/relationships/slide" Target="slide27.xml"/><Relationship Id="rId17" Type="http://schemas.openxmlformats.org/officeDocument/2006/relationships/slide" Target="slide29.xml"/><Relationship Id="rId18" Type="http://schemas.openxmlformats.org/officeDocument/2006/relationships/slide" Target="slide31.xml"/><Relationship Id="rId19" Type="http://schemas.openxmlformats.org/officeDocument/2006/relationships/slide" Target="slide33.xml"/><Relationship Id="rId20" Type="http://schemas.openxmlformats.org/officeDocument/2006/relationships/slide" Target="slide49.xml"/><Relationship Id="rId21" Type="http://schemas.openxmlformats.org/officeDocument/2006/relationships/slide" Target="slide35.xml"/><Relationship Id="rId22" Type="http://schemas.openxmlformats.org/officeDocument/2006/relationships/slide" Target="slide37.xml"/><Relationship Id="rId23" Type="http://schemas.openxmlformats.org/officeDocument/2006/relationships/slide" Target="slide39.xml"/><Relationship Id="rId24" Type="http://schemas.openxmlformats.org/officeDocument/2006/relationships/slide" Target="slide41.xml"/><Relationship Id="rId25" Type="http://schemas.openxmlformats.org/officeDocument/2006/relationships/slide" Target="slide51.xml"/><Relationship Id="rId26" Type="http://schemas.openxmlformats.org/officeDocument/2006/relationships/slideLayout" Target="../slideLayouts/slideLayout1.xml"/><Relationship Id="rId27"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image" Target="../media/image3.jpeg"/><Relationship Id="rId3" Type="http://schemas.openxmlformats.org/officeDocument/2006/relationships/slide" Target="slide4.xml"/><Relationship Id="rId4" Type="http://schemas.openxmlformats.org/officeDocument/2006/relationships/image" Target="../media/image4.png"/><Relationship Id="rId5" Type="http://schemas.openxmlformats.org/officeDocument/2006/relationships/slide" Target="slide4.xml"/><Relationship Id="rId6" Type="http://schemas.openxmlformats.org/officeDocument/2006/relationships/slideLayout" Target="../slideLayouts/slideLayout1.xml"/><Relationship Id="rId7"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 Target="slide2.xml"/><Relationship Id="rId3" Type="http://schemas.openxmlformats.org/officeDocument/2006/relationships/image" Target="../media/image5.jpeg"/><Relationship Id="rId4" Type="http://schemas.openxmlformats.org/officeDocument/2006/relationships/slideLayout" Target="../slideLayouts/slideLayout1.xml"/><Relationship Id="rId5"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image" Target="../media/image4.png"/><Relationship Id="rId3" Type="http://schemas.openxmlformats.org/officeDocument/2006/relationships/slide" Target="slide6.xml"/><Relationship Id="rId4" Type="http://schemas.openxmlformats.org/officeDocument/2006/relationships/slideLayout" Target="../slideLayouts/slideLayout1.xml"/><Relationship Id="rId5"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 Target="slide2.xml"/><Relationship Id="rId3" Type="http://schemas.openxmlformats.org/officeDocument/2006/relationships/slideLayout" Target="../slideLayouts/slideLayout1.xml"/><Relationship Id="rId4"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image" Target="../media/image4.png"/><Relationship Id="rId3" Type="http://schemas.openxmlformats.org/officeDocument/2006/relationships/slide" Target="slide8.xml"/><Relationship Id="rId4" Type="http://schemas.openxmlformats.org/officeDocument/2006/relationships/image" Target="../media/image6.png"/><Relationship Id="rId5" Type="http://schemas.openxmlformats.org/officeDocument/2006/relationships/slideLayout" Target="../slideLayouts/slideLayout1.xml"/><Relationship Id="rId6"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 Target="slide2.xml"/><Relationship Id="rId3" Type="http://schemas.openxmlformats.org/officeDocument/2006/relationships/slideLayout" Target="../slideLayouts/slideLayout1.xml"/><Relationship Id="rId4"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image" Target="../media/image4.png"/><Relationship Id="rId3" Type="http://schemas.openxmlformats.org/officeDocument/2006/relationships/slide" Target="slide10.xml"/><Relationship Id="rId4" Type="http://schemas.openxmlformats.org/officeDocument/2006/relationships/slideLayout" Target="../slideLayouts/slideLayout1.xml"/><Relationship Id="rId5"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 Target="slide2.xml"/><Relationship Id="rId3" Type="http://schemas.openxmlformats.org/officeDocument/2006/relationships/slideLayout" Target="../slideLayouts/slideLayout1.xml"/><Relationship Id="rId4"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image" Target="../media/image4.png"/><Relationship Id="rId3" Type="http://schemas.openxmlformats.org/officeDocument/2006/relationships/slide" Target="slide12.xml"/><Relationship Id="rId4" Type="http://schemas.openxmlformats.org/officeDocument/2006/relationships/slideLayout" Target="../slideLayouts/slideLayout1.xml"/><Relationship Id="rId5"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 Target="slide2.xml"/><Relationship Id="rId3" Type="http://schemas.openxmlformats.org/officeDocument/2006/relationships/slideLayout" Target="../slideLayouts/slideLayout1.xml"/><Relationship Id="rId4"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4.png"/><Relationship Id="rId3" Type="http://schemas.openxmlformats.org/officeDocument/2006/relationships/slide" Target="slide14.xml"/><Relationship Id="rId4" Type="http://schemas.openxmlformats.org/officeDocument/2006/relationships/slideLayout" Target="../slideLayouts/slideLayout1.xml"/><Relationship Id="rId5"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 Target="slide2.xml"/><Relationship Id="rId3" Type="http://schemas.openxmlformats.org/officeDocument/2006/relationships/image" Target="../media/image8.jpeg"/><Relationship Id="rId4" Type="http://schemas.openxmlformats.org/officeDocument/2006/relationships/slideLayout" Target="../slideLayouts/slideLayout1.xml"/><Relationship Id="rId5"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4.png"/><Relationship Id="rId3" Type="http://schemas.openxmlformats.org/officeDocument/2006/relationships/slide" Target="slide16.xml"/><Relationship Id="rId4" Type="http://schemas.openxmlformats.org/officeDocument/2006/relationships/slideLayout" Target="../slideLayouts/slideLayout1.xml"/><Relationship Id="rId5"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 Target="slide2.xml"/><Relationship Id="rId3" Type="http://schemas.openxmlformats.org/officeDocument/2006/relationships/image" Target="../media/image9.png"/><Relationship Id="rId4" Type="http://schemas.openxmlformats.org/officeDocument/2006/relationships/slideLayout" Target="../slideLayouts/slideLayout1.xml"/><Relationship Id="rId5"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4.png"/><Relationship Id="rId3" Type="http://schemas.openxmlformats.org/officeDocument/2006/relationships/slide" Target="slide18.xml"/><Relationship Id="rId4" Type="http://schemas.openxmlformats.org/officeDocument/2006/relationships/slideLayout" Target="../slideLayouts/slideLayout1.xml"/><Relationship Id="rId5"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image" Target="../media/image10.jpeg"/><Relationship Id="rId2" Type="http://schemas.openxmlformats.org/officeDocument/2006/relationships/slide" Target="slide2.xml"/><Relationship Id="rId3" Type="http://schemas.openxmlformats.org/officeDocument/2006/relationships/slideLayout" Target="../slideLayouts/slideLayout1.xml"/><Relationship Id="rId4"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4.png"/><Relationship Id="rId3" Type="http://schemas.openxmlformats.org/officeDocument/2006/relationships/slide" Target="slide20.xml"/><Relationship Id="rId4" Type="http://schemas.openxmlformats.org/officeDocument/2006/relationships/slideLayout" Target="../slideLayouts/slideLayout1.xml"/><Relationship Id="rId5"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image" Target="../media/image11.jpeg"/><Relationship Id="rId2" Type="http://schemas.openxmlformats.org/officeDocument/2006/relationships/slide" Target="slide2.xml"/><Relationship Id="rId3" Type="http://schemas.openxmlformats.org/officeDocument/2006/relationships/slideLayout" Target="../slideLayouts/slideLayout1.xml"/><Relationship Id="rId4"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4.png"/><Relationship Id="rId3" Type="http://schemas.openxmlformats.org/officeDocument/2006/relationships/slide" Target="slide22.xml"/><Relationship Id="rId4" Type="http://schemas.openxmlformats.org/officeDocument/2006/relationships/image" Target="../media/image12.jpeg"/><Relationship Id="rId5" Type="http://schemas.openxmlformats.org/officeDocument/2006/relationships/slideLayout" Target="../slideLayouts/slideLayout1.xml"/><Relationship Id="rId6"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 Target="slide2.xml"/><Relationship Id="rId3" Type="http://schemas.openxmlformats.org/officeDocument/2006/relationships/image" Target="../media/image13.jpeg"/><Relationship Id="rId4" Type="http://schemas.openxmlformats.org/officeDocument/2006/relationships/slideLayout" Target="../slideLayouts/slideLayout1.xml"/><Relationship Id="rId5"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4.png"/><Relationship Id="rId3" Type="http://schemas.openxmlformats.org/officeDocument/2006/relationships/slide" Target="slide24.xml"/><Relationship Id="rId4" Type="http://schemas.openxmlformats.org/officeDocument/2006/relationships/slideLayout" Target="../slideLayouts/slideLayout1.xml"/><Relationship Id="rId5"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 Target="slide2.xml"/><Relationship Id="rId3" Type="http://schemas.openxmlformats.org/officeDocument/2006/relationships/image" Target="../media/image14.jpeg"/><Relationship Id="rId4" Type="http://schemas.openxmlformats.org/officeDocument/2006/relationships/slideLayout" Target="../slideLayouts/slideLayout1.xml"/><Relationship Id="rId5"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4.png"/><Relationship Id="rId3" Type="http://schemas.openxmlformats.org/officeDocument/2006/relationships/slide" Target="slide26.xml"/><Relationship Id="rId4" Type="http://schemas.openxmlformats.org/officeDocument/2006/relationships/slideLayout" Target="../slideLayouts/slideLayout1.xml"/><Relationship Id="rId5"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 Target="slide2.xml"/><Relationship Id="rId3" Type="http://schemas.openxmlformats.org/officeDocument/2006/relationships/image" Target="../media/image15.jpeg"/><Relationship Id="rId4" Type="http://schemas.openxmlformats.org/officeDocument/2006/relationships/slideLayout" Target="../slideLayouts/slideLayout1.xml"/><Relationship Id="rId5"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4.png"/><Relationship Id="rId3" Type="http://schemas.openxmlformats.org/officeDocument/2006/relationships/slide" Target="slide28.xml"/><Relationship Id="rId4" Type="http://schemas.openxmlformats.org/officeDocument/2006/relationships/image" Target="../media/image16.jpeg"/><Relationship Id="rId5" Type="http://schemas.openxmlformats.org/officeDocument/2006/relationships/slideLayout" Target="../slideLayouts/slideLayout1.xml"/><Relationship Id="rId6"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 Target="slide2.xml"/><Relationship Id="rId3" Type="http://schemas.openxmlformats.org/officeDocument/2006/relationships/image" Target="../media/image17.jpeg"/><Relationship Id="rId4" Type="http://schemas.openxmlformats.org/officeDocument/2006/relationships/image" Target="../media/image18.jpeg"/><Relationship Id="rId5" Type="http://schemas.openxmlformats.org/officeDocument/2006/relationships/slideLayout" Target="../slideLayouts/slideLayout1.xml"/><Relationship Id="rId6"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4.png"/><Relationship Id="rId3" Type="http://schemas.openxmlformats.org/officeDocument/2006/relationships/slide" Target="slide30.xml"/><Relationship Id="rId4" Type="http://schemas.openxmlformats.org/officeDocument/2006/relationships/image" Target="../media/image19.jpeg"/><Relationship Id="rId5" Type="http://schemas.openxmlformats.org/officeDocument/2006/relationships/slideLayout" Target="../slideLayouts/slideLayout1.xml"/><Relationship Id="rId6"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 Target="slide2.xml"/><Relationship Id="rId3" Type="http://schemas.openxmlformats.org/officeDocument/2006/relationships/image" Target="../media/image20.jpeg"/><Relationship Id="rId4" Type="http://schemas.openxmlformats.org/officeDocument/2006/relationships/image" Target="../media/image21.jpeg"/><Relationship Id="rId5" Type="http://schemas.openxmlformats.org/officeDocument/2006/relationships/slideLayout" Target="../slideLayouts/slideLayout1.xml"/><Relationship Id="rId6"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4.png"/><Relationship Id="rId3" Type="http://schemas.openxmlformats.org/officeDocument/2006/relationships/image" Target="../media/image22.jpeg"/><Relationship Id="rId4" Type="http://schemas.openxmlformats.org/officeDocument/2006/relationships/slideLayout" Target="../slideLayouts/slideLayout1.xml"/><Relationship Id="rId5"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23.jpeg"/><Relationship Id="rId3" Type="http://schemas.openxmlformats.org/officeDocument/2006/relationships/image" Target="../media/image24.jpeg"/><Relationship Id="rId4" Type="http://schemas.openxmlformats.org/officeDocument/2006/relationships/slideLayout" Target="../slideLayouts/slideLayout1.xml"/><Relationship Id="rId5"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4.png"/><Relationship Id="rId3" Type="http://schemas.openxmlformats.org/officeDocument/2006/relationships/image" Target="../media/image25.jpeg"/><Relationship Id="rId4" Type="http://schemas.openxmlformats.org/officeDocument/2006/relationships/slideLayout" Target="../slideLayouts/slideLayout1.xml"/><Relationship Id="rId5"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26.jpeg"/><Relationship Id="rId3" Type="http://schemas.openxmlformats.org/officeDocument/2006/relationships/image" Target="../media/image27.jpeg"/><Relationship Id="rId4" Type="http://schemas.openxmlformats.org/officeDocument/2006/relationships/slideLayout" Target="../slideLayouts/slideLayout1.xml"/><Relationship Id="rId5"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4.png"/><Relationship Id="rId3" Type="http://schemas.openxmlformats.org/officeDocument/2006/relationships/image" Target="../media/image28.png"/><Relationship Id="rId4" Type="http://schemas.openxmlformats.org/officeDocument/2006/relationships/slideLayout" Target="../slideLayouts/slideLayout1.xml"/><Relationship Id="rId5"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xml"/><Relationship Id="rId3" Type="http://schemas.openxmlformats.org/officeDocument/2006/relationships/notesSlide" Target="../notesSlides/notesSlide36.xml"/>
</Relationships>
</file>

<file path=ppt/slides/_rels/slide37.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4.png"/><Relationship Id="rId3" Type="http://schemas.openxmlformats.org/officeDocument/2006/relationships/image" Target="../media/image29.png"/><Relationship Id="rId4" Type="http://schemas.openxmlformats.org/officeDocument/2006/relationships/slideLayout" Target="../slideLayouts/slideLayout1.xml"/><Relationship Id="rId5" Type="http://schemas.openxmlformats.org/officeDocument/2006/relationships/notesSlide" Target="../notesSlides/notesSlide37.xml"/>
</Relationships>
</file>

<file path=ppt/slides/_rels/slide38.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30.jpeg"/><Relationship Id="rId3" Type="http://schemas.openxmlformats.org/officeDocument/2006/relationships/slideLayout" Target="../slideLayouts/slideLayout1.xml"/><Relationship Id="rId4" Type="http://schemas.openxmlformats.org/officeDocument/2006/relationships/notesSlide" Target="../notesSlides/notesSlide38.xml"/>
</Relationships>
</file>

<file path=ppt/slides/_rels/slide39.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4.png"/><Relationship Id="rId3" Type="http://schemas.openxmlformats.org/officeDocument/2006/relationships/image" Target="../media/image31.png"/><Relationship Id="rId4" Type="http://schemas.openxmlformats.org/officeDocument/2006/relationships/slideLayout" Target="../slideLayouts/slideLayout1.xml"/><Relationship Id="rId5" Type="http://schemas.openxmlformats.org/officeDocument/2006/relationships/notesSlide" Target="../notesSlides/notesSlide39.xml"/>
</Relationships>
</file>

<file path=ppt/slides/_rels/slide40.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xml"/><Relationship Id="rId3" Type="http://schemas.openxmlformats.org/officeDocument/2006/relationships/notesSlide" Target="../notesSlides/notesSlide40.xml"/>
</Relationships>
</file>

<file path=ppt/slides/_rels/slide41.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4.png"/><Relationship Id="rId3" Type="http://schemas.openxmlformats.org/officeDocument/2006/relationships/image" Target="../media/image32.png"/><Relationship Id="rId4" Type="http://schemas.openxmlformats.org/officeDocument/2006/relationships/slideLayout" Target="../slideLayouts/slideLayout1.xml"/><Relationship Id="rId5" Type="http://schemas.openxmlformats.org/officeDocument/2006/relationships/notesSlide" Target="../notesSlides/notesSlide41.xml"/>
</Relationships>
</file>

<file path=ppt/slides/_rels/slide42.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xml"/><Relationship Id="rId3" Type="http://schemas.openxmlformats.org/officeDocument/2006/relationships/notesSlide" Target="../notesSlides/notesSlide42.xml"/>
</Relationships>
</file>

<file path=ppt/slides/_rels/slide43.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4.png"/><Relationship Id="rId3" Type="http://schemas.openxmlformats.org/officeDocument/2006/relationships/slideLayout" Target="../slideLayouts/slideLayout1.xml"/><Relationship Id="rId4" Type="http://schemas.openxmlformats.org/officeDocument/2006/relationships/notesSlide" Target="../notesSlides/notesSlide43.xml"/>
</Relationships>
</file>

<file path=ppt/slides/_rels/slide44.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xml"/><Relationship Id="rId3" Type="http://schemas.openxmlformats.org/officeDocument/2006/relationships/notesSlide" Target="../notesSlides/notesSlide44.xml"/>
</Relationships>
</file>

<file path=ppt/slides/_rels/slide45.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4.png"/><Relationship Id="rId3" Type="http://schemas.openxmlformats.org/officeDocument/2006/relationships/slideLayout" Target="../slideLayouts/slideLayout1.xml"/><Relationship Id="rId4" Type="http://schemas.openxmlformats.org/officeDocument/2006/relationships/notesSlide" Target="../notesSlides/notesSlide45.xml"/>
</Relationships>
</file>

<file path=ppt/slides/_rels/slide46.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33.jpeg"/><Relationship Id="rId3" Type="http://schemas.openxmlformats.org/officeDocument/2006/relationships/slideLayout" Target="../slideLayouts/slideLayout1.xml"/><Relationship Id="rId4" Type="http://schemas.openxmlformats.org/officeDocument/2006/relationships/notesSlide" Target="../notesSlides/notesSlide46.xml"/>
</Relationships>
</file>

<file path=ppt/slides/_rels/slide47.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4.png"/><Relationship Id="rId3" Type="http://schemas.openxmlformats.org/officeDocument/2006/relationships/image" Target="../media/image34.jpeg"/><Relationship Id="rId4" Type="http://schemas.openxmlformats.org/officeDocument/2006/relationships/slideLayout" Target="../slideLayouts/slideLayout1.xml"/><Relationship Id="rId5" Type="http://schemas.openxmlformats.org/officeDocument/2006/relationships/notesSlide" Target="../notesSlides/notesSlide47.xml"/>
</Relationships>
</file>

<file path=ppt/slides/_rels/slide48.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35.jpeg"/><Relationship Id="rId3" Type="http://schemas.openxmlformats.org/officeDocument/2006/relationships/slideLayout" Target="../slideLayouts/slideLayout1.xml"/><Relationship Id="rId4" Type="http://schemas.openxmlformats.org/officeDocument/2006/relationships/notesSlide" Target="../notesSlides/notesSlide48.xml"/>
</Relationships>
</file>

<file path=ppt/slides/_rels/slide49.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4.png"/><Relationship Id="rId3" Type="http://schemas.openxmlformats.org/officeDocument/2006/relationships/image" Target="../media/image36.png"/><Relationship Id="rId4" Type="http://schemas.openxmlformats.org/officeDocument/2006/relationships/slideLayout" Target="../slideLayouts/slideLayout1.xml"/><Relationship Id="rId5" Type="http://schemas.openxmlformats.org/officeDocument/2006/relationships/notesSlide" Target="../notesSlides/notesSlide49.xml"/>
</Relationships>
</file>

<file path=ppt/slides/_rels/slide50.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37.png"/><Relationship Id="rId3" Type="http://schemas.openxmlformats.org/officeDocument/2006/relationships/image" Target="../media/image38.png"/><Relationship Id="rId4" Type="http://schemas.openxmlformats.org/officeDocument/2006/relationships/slideLayout" Target="../slideLayouts/slideLayout1.xml"/><Relationship Id="rId5" Type="http://schemas.openxmlformats.org/officeDocument/2006/relationships/notesSlide" Target="../notesSlides/notesSlide50.xml"/>
</Relationships>
</file>

<file path=ppt/slides/_rels/slide51.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4.png"/><Relationship Id="rId3" Type="http://schemas.openxmlformats.org/officeDocument/2006/relationships/slideLayout" Target="../slideLayouts/slideLayout1.xml"/><Relationship Id="rId4" Type="http://schemas.openxmlformats.org/officeDocument/2006/relationships/notesSlide" Target="../notesSlides/notesSlide51.xml"/>
</Relationships>
</file>

<file path=ppt/slides/_rels/slide52.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xml"/><Relationship Id="rId3" Type="http://schemas.openxmlformats.org/officeDocument/2006/relationships/notesSlide" Target="../notesSlides/notesSlide5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pic>
        <p:nvPicPr>
          <p:cNvPr id="14" name="Рисунок 2" descr="Изображение выглядит как Человеческое лицо, одежда, текст, военная форма&#10;&#10;Содержимое, созданное искусственным интеллектом, может быть неверным."/>
          <p:cNvPicPr/>
          <p:nvPr/>
        </p:nvPicPr>
        <p:blipFill>
          <a:blip r:embed="rId2"/>
          <a:srcRect l="0" t="5649" r="0" b="11258"/>
          <a:stretch/>
        </p:blipFill>
        <p:spPr>
          <a:xfrm>
            <a:off x="0" y="0"/>
            <a:ext cx="12191760" cy="6858000"/>
          </a:xfrm>
          <a:prstGeom prst="rect">
            <a:avLst/>
          </a:prstGeom>
          <a:noFill/>
          <a:ln w="38160">
            <a:noFill/>
          </a:ln>
        </p:spPr>
      </p:pic>
    </p:spTree>
  </p:cSld>
  <p:transition spd="slow">
    <p:fade/>
  </p:transition>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BFBFBF"/>
            </a:gs>
            <a:gs pos="100000">
              <a:srgbClr val="000000"/>
            </a:gs>
          </a:gsLst>
          <a:lin ang="5400000"/>
        </a:gradFill>
      </p:bgPr>
    </p:bg>
    <p:spTree>
      <p:nvGrpSpPr>
        <p:cNvPr id="1" name=""/>
        <p:cNvGrpSpPr/>
        <p:nvPr/>
      </p:nvGrpSpPr>
      <p:grpSpPr>
        <a:xfrm>
          <a:off x="0" y="0"/>
          <a:ext cx="0" cy="0"/>
          <a:chOff x="0" y="0"/>
          <a:chExt cx="0" cy="0"/>
        </a:xfrm>
      </p:grpSpPr>
      <p:graphicFrame>
        <p:nvGraphicFramePr>
          <p:cNvPr id="15" name=""/>
          <p:cNvGraphicFramePr/>
          <p:nvPr/>
        </p:nvGraphicFramePr>
        <p:xfrm>
          <a:off x="0" y="0"/>
          <a:ext cx="12191760" cy="7134120"/>
        </p:xfrm>
        <a:graphic>
          <a:graphicData uri="http://schemas.openxmlformats.org/drawingml/2006/table">
            <a:tbl>
              <a:tblPr/>
              <a:tblGrid>
                <a:gridCol w="3782880"/>
                <a:gridCol w="1706400"/>
                <a:gridCol w="1681200"/>
                <a:gridCol w="1641600"/>
                <a:gridCol w="1689120"/>
                <a:gridCol w="1690560"/>
              </a:tblGrid>
              <a:tr h="1371600">
                <a:tc>
                  <a:txBody>
                    <a:bodyPr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2500" b="0" u="none" strike="noStrike">
                          <a:solidFill>
                            <a:srgbClr val="FFFFFF"/>
                          </a:solidFill>
                          <a:effectLst/>
                          <a:uFillTx/>
                          <a:latin typeface="Open Sans"/>
                        </a:rPr>
                        <a:t>Русь матушка </a:t>
                      </a:r>
                      <a:endParaRPr lang="en-US" sz="2500" b="0" u="none" strike="noStrike">
                        <a:solidFill>
                          <a:srgbClr val="000000"/>
                        </a:solidFill>
                        <a:effectLst/>
                        <a:uFillTx/>
                        <a:latin typeface="Arial"/>
                      </a:endParaRPr>
                    </a:p>
                  </a:txBody>
                  <a:tcPr anchor="ctr" marL="90000" marR="90000" marT="46800" marB="46800">
                    <a:lnL w="576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gradFill rotWithShape="0">
                      <a:gsLst>
                        <a:gs pos="0">
                          <a:srgbClr val="3864B3"/>
                        </a:gs>
                        <a:gs pos="100000">
                          <a:srgbClr val="2C4F8C"/>
                        </a:gs>
                      </a:gsLst>
                      <a:path path="rect">
                        <a:fillToRect l="50000" t="50000" r="50000" b="50000"/>
                      </a:path>
                    </a:gradFill>
                  </a:tcPr>
                </a:tc>
                <a:tc>
                  <a:txBody>
                    <a:bodyPr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3200" b="0" u="sng" strike="noStrike">
                          <a:solidFill>
                            <a:srgbClr val="0563C1"/>
                          </a:solidFill>
                          <a:effectLst/>
                          <a:uFillTx/>
                          <a:latin typeface="Open Sans"/>
                          <a:hlinkClick r:id="rId1" action="ppaction://hlinksldjump"/>
                        </a:rPr>
                        <a:t>200</a:t>
                      </a:r>
                      <a:endParaRPr lang="en-US" sz="3200" b="0" u="none" strike="noStrike">
                        <a:solidFill>
                          <a:srgbClr val="000000"/>
                        </a:solidFill>
                        <a:effectLst/>
                        <a:uFillTx/>
                        <a:latin typeface="Arial"/>
                      </a:endParaRPr>
                    </a:p>
                  </a:txBody>
                  <a:tcPr anchor="ctr" marL="90000" marR="90000" marT="46800" marB="46800">
                    <a:lnL w="576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gradFill rotWithShape="0">
                      <a:gsLst>
                        <a:gs pos="0">
                          <a:srgbClr val="3864B3"/>
                        </a:gs>
                        <a:gs pos="100000">
                          <a:srgbClr val="2C4F8C"/>
                        </a:gs>
                      </a:gsLst>
                      <a:path path="rect">
                        <a:fillToRect l="50000" t="50000" r="50000" b="50000"/>
                      </a:path>
                    </a:gradFill>
                  </a:tcPr>
                </a:tc>
                <a:tc>
                  <a:txBody>
                    <a:bodyPr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3200" b="0" u="sng" strike="noStrike">
                          <a:solidFill>
                            <a:srgbClr val="0563C1"/>
                          </a:solidFill>
                          <a:effectLst/>
                          <a:uFillTx/>
                          <a:latin typeface="Open Sans"/>
                          <a:hlinkClick r:id="rId2" action="ppaction://hlinksldjump"/>
                        </a:rPr>
                        <a:t>400</a:t>
                      </a:r>
                      <a:endParaRPr lang="en-US" sz="3200" b="0" u="none" strike="noStrike">
                        <a:solidFill>
                          <a:srgbClr val="000000"/>
                        </a:solidFill>
                        <a:effectLst/>
                        <a:uFillTx/>
                        <a:latin typeface="Arial"/>
                      </a:endParaRPr>
                    </a:p>
                  </a:txBody>
                  <a:tcPr anchor="ctr" marL="90000" marR="90000" marT="46800" marB="46800">
                    <a:lnL w="576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gradFill rotWithShape="0">
                      <a:gsLst>
                        <a:gs pos="0">
                          <a:srgbClr val="3864B3"/>
                        </a:gs>
                        <a:gs pos="100000">
                          <a:srgbClr val="2C4F8C"/>
                        </a:gs>
                      </a:gsLst>
                      <a:path path="rect">
                        <a:fillToRect l="50000" t="50000" r="50000" b="50000"/>
                      </a:path>
                    </a:gradFill>
                  </a:tcPr>
                </a:tc>
                <a:tc>
                  <a:txBody>
                    <a:bodyPr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3200" b="0" u="sng" strike="noStrike">
                          <a:solidFill>
                            <a:srgbClr val="0563C1"/>
                          </a:solidFill>
                          <a:effectLst/>
                          <a:uFillTx/>
                          <a:latin typeface="Open Sans"/>
                          <a:hlinkClick r:id="rId3" action="ppaction://hlinksldjump"/>
                        </a:rPr>
                        <a:t>600</a:t>
                      </a:r>
                      <a:endParaRPr lang="en-US" sz="3200" b="0" u="none" strike="noStrike">
                        <a:solidFill>
                          <a:srgbClr val="000000"/>
                        </a:solidFill>
                        <a:effectLst/>
                        <a:uFillTx/>
                        <a:latin typeface="Arial"/>
                      </a:endParaRPr>
                    </a:p>
                  </a:txBody>
                  <a:tcPr anchor="ctr" marL="90000" marR="90000" marT="46800" marB="46800">
                    <a:lnL w="576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gradFill rotWithShape="0">
                      <a:gsLst>
                        <a:gs pos="0">
                          <a:srgbClr val="3864B3"/>
                        </a:gs>
                        <a:gs pos="100000">
                          <a:srgbClr val="2C4F8C"/>
                        </a:gs>
                      </a:gsLst>
                      <a:path path="rect">
                        <a:fillToRect l="50000" t="50000" r="50000" b="50000"/>
                      </a:path>
                    </a:gradFill>
                  </a:tcPr>
                </a:tc>
                <a:tc>
                  <a:txBody>
                    <a:bodyPr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3200" b="0" u="sng" strike="noStrike">
                          <a:solidFill>
                            <a:srgbClr val="0563C1"/>
                          </a:solidFill>
                          <a:effectLst/>
                          <a:uFillTx/>
                          <a:latin typeface="Open Sans"/>
                          <a:hlinkClick r:id="rId4" action="ppaction://hlinksldjump"/>
                        </a:rPr>
                        <a:t>800</a:t>
                      </a:r>
                      <a:endParaRPr lang="en-US" sz="3200" b="0" u="none" strike="noStrike">
                        <a:solidFill>
                          <a:srgbClr val="000000"/>
                        </a:solidFill>
                        <a:effectLst/>
                        <a:uFillTx/>
                        <a:latin typeface="Arial"/>
                      </a:endParaRPr>
                    </a:p>
                  </a:txBody>
                  <a:tcPr anchor="ctr" marL="90000" marR="90000" marT="46800" marB="46800">
                    <a:lnL w="576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gradFill rotWithShape="0">
                      <a:gsLst>
                        <a:gs pos="0">
                          <a:srgbClr val="3864B3"/>
                        </a:gs>
                        <a:gs pos="100000">
                          <a:srgbClr val="2C4F8C"/>
                        </a:gs>
                      </a:gsLst>
                      <a:path path="rect">
                        <a:fillToRect l="50000" t="50000" r="50000" b="50000"/>
                      </a:path>
                    </a:gradFill>
                  </a:tcPr>
                </a:tc>
                <a:tc>
                  <a:txBody>
                    <a:bodyPr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3200" b="0" u="sng" strike="noStrike">
                          <a:solidFill>
                            <a:srgbClr val="0563C1"/>
                          </a:solidFill>
                          <a:effectLst/>
                          <a:uFillTx/>
                          <a:latin typeface="Open Sans"/>
                          <a:hlinkClick r:id="rId5" action="ppaction://hlinksldjump"/>
                        </a:rPr>
                        <a:t>1000</a:t>
                      </a:r>
                      <a:endParaRPr lang="en-US" sz="3200" b="0" u="none" strike="noStrike">
                        <a:solidFill>
                          <a:srgbClr val="000000"/>
                        </a:solidFill>
                        <a:effectLst/>
                        <a:uFillTx/>
                        <a:latin typeface="Arial"/>
                      </a:endParaRPr>
                    </a:p>
                  </a:txBody>
                  <a:tcPr anchor="ctr" marL="90000" marR="90000" marT="46800" marB="46800">
                    <a:lnL w="576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gradFill rotWithShape="0">
                      <a:gsLst>
                        <a:gs pos="0">
                          <a:srgbClr val="3864B3"/>
                        </a:gs>
                        <a:gs pos="100000">
                          <a:srgbClr val="2C4F8C"/>
                        </a:gs>
                      </a:gsLst>
                      <a:path path="rect">
                        <a:fillToRect l="50000" t="50000" r="50000" b="50000"/>
                      </a:path>
                    </a:gradFill>
                  </a:tcPr>
                </a:tc>
              </a:tr>
              <a:tr h="1371600">
                <a:tc>
                  <a:txBody>
                    <a:bodyPr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2500" b="0" u="none" strike="noStrike">
                          <a:solidFill>
                            <a:srgbClr val="FFFFFF"/>
                          </a:solidFill>
                          <a:effectLst/>
                          <a:uFillTx/>
                          <a:latin typeface="Open Sans"/>
                        </a:rPr>
                        <a:t>Дальневосточные истории</a:t>
                      </a:r>
                      <a:endParaRPr lang="en-US" sz="2500" b="0" u="none" strike="noStrike">
                        <a:solidFill>
                          <a:srgbClr val="000000"/>
                        </a:solidFill>
                        <a:effectLst/>
                        <a:uFillTx/>
                        <a:latin typeface="Arial"/>
                      </a:endParaRPr>
                    </a:p>
                  </a:txBody>
                  <a:tcPr anchor="ctr" marL="90000" marR="90000" marT="46800" marB="46800">
                    <a:lnL w="576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gradFill rotWithShape="0">
                      <a:gsLst>
                        <a:gs pos="0">
                          <a:srgbClr val="3864B3"/>
                        </a:gs>
                        <a:gs pos="100000">
                          <a:srgbClr val="2C4F8C"/>
                        </a:gs>
                      </a:gsLst>
                      <a:path path="rect">
                        <a:fillToRect l="50000" t="50000" r="50000" b="50000"/>
                      </a:path>
                    </a:gradFill>
                  </a:tcPr>
                </a:tc>
                <a:tc>
                  <a:txBody>
                    <a:bodyPr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3200" b="0" u="sng" strike="noStrike">
                          <a:solidFill>
                            <a:srgbClr val="0563C1"/>
                          </a:solidFill>
                          <a:effectLst/>
                          <a:uFillTx/>
                          <a:latin typeface="Open Sans"/>
                          <a:hlinkClick r:id="rId6" action="ppaction://hlinksldjump"/>
                        </a:rPr>
                        <a:t>200</a:t>
                      </a:r>
                      <a:endParaRPr lang="en-US" sz="3200" b="0" u="none" strike="noStrike">
                        <a:solidFill>
                          <a:srgbClr val="000000"/>
                        </a:solidFill>
                        <a:effectLst/>
                        <a:uFillTx/>
                        <a:latin typeface="Arial"/>
                      </a:endParaRPr>
                    </a:p>
                  </a:txBody>
                  <a:tcPr anchor="ctr" marL="90000" marR="90000" marT="46800" marB="46800">
                    <a:lnL w="576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gradFill rotWithShape="0">
                      <a:gsLst>
                        <a:gs pos="0">
                          <a:srgbClr val="3864B3"/>
                        </a:gs>
                        <a:gs pos="100000">
                          <a:srgbClr val="2C4F8C"/>
                        </a:gs>
                      </a:gsLst>
                      <a:path path="rect">
                        <a:fillToRect l="50000" t="50000" r="50000" b="50000"/>
                      </a:path>
                    </a:gradFill>
                  </a:tcPr>
                </a:tc>
                <a:tc>
                  <a:txBody>
                    <a:bodyPr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3200" b="0" u="sng" strike="noStrike">
                          <a:solidFill>
                            <a:srgbClr val="0563C1"/>
                          </a:solidFill>
                          <a:effectLst/>
                          <a:uFillTx/>
                          <a:latin typeface="Open Sans"/>
                          <a:hlinkClick r:id="rId7" action="ppaction://hlinksldjump"/>
                        </a:rPr>
                        <a:t>400</a:t>
                      </a:r>
                      <a:endParaRPr lang="en-US" sz="3200" b="0" u="none" strike="noStrike">
                        <a:solidFill>
                          <a:srgbClr val="000000"/>
                        </a:solidFill>
                        <a:effectLst/>
                        <a:uFillTx/>
                        <a:latin typeface="Arial"/>
                      </a:endParaRPr>
                    </a:p>
                  </a:txBody>
                  <a:tcPr anchor="ctr" marL="90000" marR="90000" marT="46800" marB="46800">
                    <a:lnL w="576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gradFill rotWithShape="0">
                      <a:gsLst>
                        <a:gs pos="0">
                          <a:srgbClr val="3864B3"/>
                        </a:gs>
                        <a:gs pos="100000">
                          <a:srgbClr val="2C4F8C"/>
                        </a:gs>
                      </a:gsLst>
                      <a:path path="rect">
                        <a:fillToRect l="50000" t="50000" r="50000" b="50000"/>
                      </a:path>
                    </a:gradFill>
                  </a:tcPr>
                </a:tc>
                <a:tc>
                  <a:txBody>
                    <a:bodyPr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3200" b="0" u="sng" strike="noStrike">
                          <a:solidFill>
                            <a:srgbClr val="0563C1"/>
                          </a:solidFill>
                          <a:effectLst/>
                          <a:uFillTx/>
                          <a:latin typeface="Open Sans"/>
                          <a:hlinkClick r:id="rId8" action="ppaction://hlinksldjump"/>
                        </a:rPr>
                        <a:t>600</a:t>
                      </a:r>
                      <a:endParaRPr lang="en-US" sz="3200" b="0" u="none" strike="noStrike">
                        <a:solidFill>
                          <a:srgbClr val="000000"/>
                        </a:solidFill>
                        <a:effectLst/>
                        <a:uFillTx/>
                        <a:latin typeface="Arial"/>
                      </a:endParaRPr>
                    </a:p>
                  </a:txBody>
                  <a:tcPr anchor="ctr" marL="90000" marR="90000" marT="46800" marB="46800">
                    <a:lnL w="576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gradFill rotWithShape="0">
                      <a:gsLst>
                        <a:gs pos="0">
                          <a:srgbClr val="3864B3"/>
                        </a:gs>
                        <a:gs pos="100000">
                          <a:srgbClr val="2C4F8C"/>
                        </a:gs>
                      </a:gsLst>
                      <a:path path="rect">
                        <a:fillToRect l="50000" t="50000" r="50000" b="50000"/>
                      </a:path>
                    </a:gradFill>
                  </a:tcPr>
                </a:tc>
                <a:tc>
                  <a:txBody>
                    <a:bodyPr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3200" b="0" u="sng" strike="noStrike">
                          <a:solidFill>
                            <a:srgbClr val="0563C1"/>
                          </a:solidFill>
                          <a:effectLst/>
                          <a:uFillTx/>
                          <a:latin typeface="Open Sans"/>
                          <a:hlinkClick r:id="rId9" action="ppaction://hlinksldjump"/>
                        </a:rPr>
                        <a:t>800</a:t>
                      </a:r>
                      <a:endParaRPr lang="en-US" sz="3200" b="0" u="none" strike="noStrike">
                        <a:solidFill>
                          <a:srgbClr val="000000"/>
                        </a:solidFill>
                        <a:effectLst/>
                        <a:uFillTx/>
                        <a:latin typeface="Arial"/>
                      </a:endParaRPr>
                    </a:p>
                  </a:txBody>
                  <a:tcPr anchor="ctr" marL="90000" marR="90000" marT="46800" marB="46800">
                    <a:lnL w="576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gradFill rotWithShape="0">
                      <a:gsLst>
                        <a:gs pos="0">
                          <a:srgbClr val="3864B3"/>
                        </a:gs>
                        <a:gs pos="100000">
                          <a:srgbClr val="2C4F8C"/>
                        </a:gs>
                      </a:gsLst>
                      <a:path path="rect">
                        <a:fillToRect l="50000" t="50000" r="50000" b="50000"/>
                      </a:path>
                    </a:gradFill>
                  </a:tcPr>
                </a:tc>
                <a:tc>
                  <a:txBody>
                    <a:bodyPr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3200" b="0" u="sng" strike="noStrike">
                          <a:solidFill>
                            <a:srgbClr val="0563C1"/>
                          </a:solidFill>
                          <a:effectLst/>
                          <a:uFillTx/>
                          <a:latin typeface="Open Sans"/>
                          <a:hlinkClick r:id="rId10" action="ppaction://hlinksldjump"/>
                        </a:rPr>
                        <a:t>1000</a:t>
                      </a:r>
                      <a:endParaRPr lang="en-US" sz="3200" b="0" u="none" strike="noStrike">
                        <a:solidFill>
                          <a:srgbClr val="000000"/>
                        </a:solidFill>
                        <a:effectLst/>
                        <a:uFillTx/>
                        <a:latin typeface="Arial"/>
                      </a:endParaRPr>
                    </a:p>
                  </a:txBody>
                  <a:tcPr anchor="ctr" marL="90000" marR="90000" marT="46800" marB="46800">
                    <a:lnL w="576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gradFill rotWithShape="0">
                      <a:gsLst>
                        <a:gs pos="0">
                          <a:srgbClr val="3864B3"/>
                        </a:gs>
                        <a:gs pos="100000">
                          <a:srgbClr val="2C4F8C"/>
                        </a:gs>
                      </a:gsLst>
                      <a:path path="rect">
                        <a:fillToRect l="50000" t="50000" r="50000" b="50000"/>
                      </a:path>
                    </a:gradFill>
                  </a:tcPr>
                </a:tc>
              </a:tr>
              <a:tr h="1371600">
                <a:tc>
                  <a:txBody>
                    <a:bodyPr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2500" b="0" u="none" strike="noStrike">
                          <a:solidFill>
                            <a:srgbClr val="FFFFFF"/>
                          </a:solidFill>
                          <a:effectLst/>
                          <a:uFillTx/>
                          <a:latin typeface="Open Sans"/>
                        </a:rPr>
                        <a:t>Хабаровская земля</a:t>
                      </a:r>
                      <a:endParaRPr lang="en-US" sz="2500" b="0" u="none" strike="noStrike">
                        <a:solidFill>
                          <a:srgbClr val="000000"/>
                        </a:solidFill>
                        <a:effectLst/>
                        <a:uFillTx/>
                        <a:latin typeface="Arial"/>
                      </a:endParaRPr>
                    </a:p>
                  </a:txBody>
                  <a:tcPr anchor="ctr" marL="90000" marR="90000" marT="46800" marB="46800">
                    <a:lnL w="576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gradFill rotWithShape="0">
                      <a:gsLst>
                        <a:gs pos="0">
                          <a:srgbClr val="3864B3"/>
                        </a:gs>
                        <a:gs pos="100000">
                          <a:srgbClr val="2C4F8C"/>
                        </a:gs>
                      </a:gsLst>
                      <a:path path="rect">
                        <a:fillToRect l="50000" t="50000" r="50000" b="50000"/>
                      </a:path>
                    </a:gradFill>
                  </a:tcPr>
                </a:tc>
                <a:tc>
                  <a:txBody>
                    <a:bodyPr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3200" b="0" u="sng" strike="noStrike">
                          <a:solidFill>
                            <a:srgbClr val="0563C1"/>
                          </a:solidFill>
                          <a:effectLst/>
                          <a:uFillTx/>
                          <a:latin typeface="Open Sans"/>
                          <a:hlinkClick r:id="rId11" action="ppaction://hlinksldjump"/>
                        </a:rPr>
                        <a:t>200</a:t>
                      </a:r>
                      <a:endParaRPr lang="en-US" sz="3200" b="0" u="none" strike="noStrike">
                        <a:solidFill>
                          <a:srgbClr val="000000"/>
                        </a:solidFill>
                        <a:effectLst/>
                        <a:uFillTx/>
                        <a:latin typeface="Arial"/>
                      </a:endParaRPr>
                    </a:p>
                  </a:txBody>
                  <a:tcPr anchor="ctr" marL="90000" marR="90000" marT="46800" marB="46800">
                    <a:lnL w="576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gradFill rotWithShape="0">
                      <a:gsLst>
                        <a:gs pos="0">
                          <a:srgbClr val="3864B3"/>
                        </a:gs>
                        <a:gs pos="100000">
                          <a:srgbClr val="2C4F8C"/>
                        </a:gs>
                      </a:gsLst>
                      <a:path path="rect">
                        <a:fillToRect l="50000" t="50000" r="50000" b="50000"/>
                      </a:path>
                    </a:gradFill>
                  </a:tcPr>
                </a:tc>
                <a:tc>
                  <a:txBody>
                    <a:bodyPr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3200" b="0" u="sng" strike="noStrike">
                          <a:solidFill>
                            <a:srgbClr val="0563C1"/>
                          </a:solidFill>
                          <a:effectLst/>
                          <a:uFillTx/>
                          <a:latin typeface="Open Sans"/>
                          <a:hlinkClick r:id="rId12" action="ppaction://hlinksldjump"/>
                        </a:rPr>
                        <a:t>400</a:t>
                      </a:r>
                      <a:endParaRPr lang="en-US" sz="3200" b="0" u="none" strike="noStrike">
                        <a:solidFill>
                          <a:srgbClr val="000000"/>
                        </a:solidFill>
                        <a:effectLst/>
                        <a:uFillTx/>
                        <a:latin typeface="Arial"/>
                      </a:endParaRPr>
                    </a:p>
                  </a:txBody>
                  <a:tcPr anchor="ctr" marL="90000" marR="90000" marT="46800" marB="46800">
                    <a:lnL w="576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gradFill rotWithShape="0">
                      <a:gsLst>
                        <a:gs pos="0">
                          <a:srgbClr val="3864B3"/>
                        </a:gs>
                        <a:gs pos="100000">
                          <a:srgbClr val="2C4F8C"/>
                        </a:gs>
                      </a:gsLst>
                      <a:path path="rect">
                        <a:fillToRect l="50000" t="50000" r="50000" b="50000"/>
                      </a:path>
                    </a:gradFill>
                  </a:tcPr>
                </a:tc>
                <a:tc>
                  <a:txBody>
                    <a:bodyPr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3200" b="0" u="sng" strike="noStrike">
                          <a:solidFill>
                            <a:srgbClr val="0563C1"/>
                          </a:solidFill>
                          <a:effectLst/>
                          <a:uFillTx/>
                          <a:latin typeface="Open Sans"/>
                          <a:hlinkClick r:id="rId13" action="ppaction://hlinksldjump"/>
                        </a:rPr>
                        <a:t>600</a:t>
                      </a:r>
                      <a:endParaRPr lang="en-US" sz="3200" b="0" u="none" strike="noStrike">
                        <a:solidFill>
                          <a:srgbClr val="000000"/>
                        </a:solidFill>
                        <a:effectLst/>
                        <a:uFillTx/>
                        <a:latin typeface="Arial"/>
                      </a:endParaRPr>
                    </a:p>
                  </a:txBody>
                  <a:tcPr anchor="ctr" marL="90000" marR="90000" marT="46800" marB="46800">
                    <a:lnL w="576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gradFill rotWithShape="0">
                      <a:gsLst>
                        <a:gs pos="0">
                          <a:srgbClr val="3864B3"/>
                        </a:gs>
                        <a:gs pos="100000">
                          <a:srgbClr val="2C4F8C"/>
                        </a:gs>
                      </a:gsLst>
                      <a:path path="rect">
                        <a:fillToRect l="50000" t="50000" r="50000" b="50000"/>
                      </a:path>
                    </a:gradFill>
                  </a:tcPr>
                </a:tc>
                <a:tc>
                  <a:txBody>
                    <a:bodyPr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3200" b="0" u="sng" strike="noStrike">
                          <a:solidFill>
                            <a:srgbClr val="0563C1"/>
                          </a:solidFill>
                          <a:effectLst/>
                          <a:uFillTx/>
                          <a:latin typeface="Open Sans"/>
                          <a:hlinkClick r:id="rId14" action="ppaction://hlinksldjump"/>
                        </a:rPr>
                        <a:t>800</a:t>
                      </a:r>
                      <a:endParaRPr lang="en-US" sz="3200" b="0" u="none" strike="noStrike">
                        <a:solidFill>
                          <a:srgbClr val="000000"/>
                        </a:solidFill>
                        <a:effectLst/>
                        <a:uFillTx/>
                        <a:latin typeface="Arial"/>
                      </a:endParaRPr>
                    </a:p>
                  </a:txBody>
                  <a:tcPr anchor="ctr" marL="90000" marR="90000" marT="46800" marB="46800">
                    <a:lnL w="576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gradFill rotWithShape="0">
                      <a:gsLst>
                        <a:gs pos="0">
                          <a:srgbClr val="3864B3"/>
                        </a:gs>
                        <a:gs pos="100000">
                          <a:srgbClr val="2C4F8C"/>
                        </a:gs>
                      </a:gsLst>
                      <a:path path="rect">
                        <a:fillToRect l="50000" t="50000" r="50000" b="50000"/>
                      </a:path>
                    </a:gradFill>
                  </a:tcPr>
                </a:tc>
                <a:tc>
                  <a:txBody>
                    <a:bodyPr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3200" b="0" u="sng" strike="noStrike">
                          <a:solidFill>
                            <a:srgbClr val="0563C1"/>
                          </a:solidFill>
                          <a:effectLst/>
                          <a:uFillTx/>
                          <a:latin typeface="Open Sans"/>
                          <a:hlinkClick r:id="rId15" action="ppaction://hlinksldjump"/>
                        </a:rPr>
                        <a:t>1000</a:t>
                      </a:r>
                      <a:endParaRPr lang="en-US" sz="3200" b="0" u="none" strike="noStrike">
                        <a:solidFill>
                          <a:srgbClr val="000000"/>
                        </a:solidFill>
                        <a:effectLst/>
                        <a:uFillTx/>
                        <a:latin typeface="Arial"/>
                      </a:endParaRPr>
                    </a:p>
                  </a:txBody>
                  <a:tcPr anchor="ctr" marL="90000" marR="90000" marT="46800" marB="46800">
                    <a:lnL w="576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gradFill rotWithShape="0">
                      <a:gsLst>
                        <a:gs pos="0">
                          <a:srgbClr val="3864B3"/>
                        </a:gs>
                        <a:gs pos="100000">
                          <a:srgbClr val="2C4F8C"/>
                        </a:gs>
                      </a:gsLst>
                      <a:path path="rect">
                        <a:fillToRect l="50000" t="50000" r="50000" b="50000"/>
                      </a:path>
                    </a:gradFill>
                  </a:tcPr>
                </a:tc>
              </a:tr>
              <a:tr h="1371600">
                <a:tc>
                  <a:txBody>
                    <a:bodyPr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2500" b="0" u="none" strike="noStrike">
                          <a:solidFill>
                            <a:srgbClr val="FFFFFF"/>
                          </a:solidFill>
                          <a:effectLst/>
                          <a:uFillTx/>
                          <a:latin typeface="Open Sans"/>
                        </a:rPr>
                        <a:t>Ты точно его знаешь</a:t>
                      </a:r>
                      <a:endParaRPr lang="en-US" sz="2500" b="0" u="none" strike="noStrike">
                        <a:solidFill>
                          <a:srgbClr val="000000"/>
                        </a:solidFill>
                        <a:effectLst/>
                        <a:uFillTx/>
                        <a:latin typeface="Arial"/>
                      </a:endParaRPr>
                    </a:p>
                  </a:txBody>
                  <a:tcPr anchor="ctr" marL="90000" marR="90000" marT="46800" marB="46800">
                    <a:lnL w="576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gradFill rotWithShape="0">
                      <a:gsLst>
                        <a:gs pos="0">
                          <a:srgbClr val="3864B3"/>
                        </a:gs>
                        <a:gs pos="100000">
                          <a:srgbClr val="2C4F8C"/>
                        </a:gs>
                      </a:gsLst>
                      <a:path path="rect">
                        <a:fillToRect l="50000" t="50000" r="50000" b="50000"/>
                      </a:path>
                    </a:gradFill>
                  </a:tcPr>
                </a:tc>
                <a:tc>
                  <a:txBody>
                    <a:bodyPr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3200" b="0" u="sng" strike="noStrike">
                          <a:solidFill>
                            <a:srgbClr val="0563C1"/>
                          </a:solidFill>
                          <a:effectLst/>
                          <a:uFillTx/>
                          <a:latin typeface="Open Sans"/>
                          <a:hlinkClick r:id="rId16" action="ppaction://hlinksldjump"/>
                        </a:rPr>
                        <a:t>200</a:t>
                      </a:r>
                      <a:endParaRPr lang="en-US" sz="3200" b="0" u="none" strike="noStrike">
                        <a:solidFill>
                          <a:srgbClr val="000000"/>
                        </a:solidFill>
                        <a:effectLst/>
                        <a:uFillTx/>
                        <a:latin typeface="Arial"/>
                      </a:endParaRPr>
                    </a:p>
                  </a:txBody>
                  <a:tcPr anchor="ctr" marL="90000" marR="90000" marT="46800" marB="46800">
                    <a:lnL w="576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gradFill rotWithShape="0">
                      <a:gsLst>
                        <a:gs pos="0">
                          <a:srgbClr val="3864B3"/>
                        </a:gs>
                        <a:gs pos="100000">
                          <a:srgbClr val="2C4F8C"/>
                        </a:gs>
                      </a:gsLst>
                      <a:path path="rect">
                        <a:fillToRect l="50000" t="50000" r="50000" b="50000"/>
                      </a:path>
                    </a:gradFill>
                  </a:tcPr>
                </a:tc>
                <a:tc>
                  <a:txBody>
                    <a:bodyPr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3200" b="0" u="sng" strike="noStrike">
                          <a:solidFill>
                            <a:srgbClr val="0563C1"/>
                          </a:solidFill>
                          <a:effectLst/>
                          <a:uFillTx/>
                          <a:latin typeface="Open Sans"/>
                          <a:hlinkClick r:id="rId17" action="ppaction://hlinksldjump"/>
                        </a:rPr>
                        <a:t>400</a:t>
                      </a:r>
                      <a:endParaRPr lang="en-US" sz="3200" b="0" u="none" strike="noStrike">
                        <a:solidFill>
                          <a:srgbClr val="000000"/>
                        </a:solidFill>
                        <a:effectLst/>
                        <a:uFillTx/>
                        <a:latin typeface="Arial"/>
                      </a:endParaRPr>
                    </a:p>
                  </a:txBody>
                  <a:tcPr anchor="ctr" marL="90000" marR="90000" marT="46800" marB="46800">
                    <a:lnL w="576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gradFill rotWithShape="0">
                      <a:gsLst>
                        <a:gs pos="0">
                          <a:srgbClr val="3864B3"/>
                        </a:gs>
                        <a:gs pos="100000">
                          <a:srgbClr val="2C4F8C"/>
                        </a:gs>
                      </a:gsLst>
                      <a:path path="rect">
                        <a:fillToRect l="50000" t="50000" r="50000" b="50000"/>
                      </a:path>
                    </a:gradFill>
                  </a:tcPr>
                </a:tc>
                <a:tc>
                  <a:txBody>
                    <a:bodyPr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3200" b="0" u="sng" strike="noStrike">
                          <a:solidFill>
                            <a:srgbClr val="0563C1"/>
                          </a:solidFill>
                          <a:effectLst/>
                          <a:uFillTx/>
                          <a:latin typeface="Open Sans"/>
                          <a:hlinkClick r:id="rId18" action="ppaction://hlinksldjump"/>
                        </a:rPr>
                        <a:t>600</a:t>
                      </a:r>
                      <a:endParaRPr lang="en-US" sz="3200" b="0" u="none" strike="noStrike">
                        <a:solidFill>
                          <a:srgbClr val="000000"/>
                        </a:solidFill>
                        <a:effectLst/>
                        <a:uFillTx/>
                        <a:latin typeface="Arial"/>
                      </a:endParaRPr>
                    </a:p>
                  </a:txBody>
                  <a:tcPr anchor="ctr" marL="90000" marR="90000" marT="46800" marB="46800">
                    <a:lnL w="576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gradFill rotWithShape="0">
                      <a:gsLst>
                        <a:gs pos="0">
                          <a:srgbClr val="3864B3"/>
                        </a:gs>
                        <a:gs pos="100000">
                          <a:srgbClr val="2C4F8C"/>
                        </a:gs>
                      </a:gsLst>
                      <a:path path="rect">
                        <a:fillToRect l="50000" t="50000" r="50000" b="50000"/>
                      </a:path>
                    </a:gradFill>
                  </a:tcPr>
                </a:tc>
                <a:tc>
                  <a:txBody>
                    <a:bodyPr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3200" b="0" u="sng" strike="noStrike">
                          <a:solidFill>
                            <a:srgbClr val="0563C1"/>
                          </a:solidFill>
                          <a:effectLst/>
                          <a:uFillTx/>
                          <a:latin typeface="Open Sans"/>
                          <a:hlinkClick r:id="rId19" action="ppaction://hlinksldjump"/>
                        </a:rPr>
                        <a:t>800</a:t>
                      </a:r>
                      <a:endParaRPr lang="en-US" sz="3200" b="0" u="none" strike="noStrike">
                        <a:solidFill>
                          <a:srgbClr val="000000"/>
                        </a:solidFill>
                        <a:effectLst/>
                        <a:uFillTx/>
                        <a:latin typeface="Arial"/>
                      </a:endParaRPr>
                    </a:p>
                  </a:txBody>
                  <a:tcPr anchor="ctr" marL="90000" marR="90000" marT="46800" marB="46800">
                    <a:lnL w="576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gradFill rotWithShape="0">
                      <a:gsLst>
                        <a:gs pos="0">
                          <a:srgbClr val="3864B3"/>
                        </a:gs>
                        <a:gs pos="100000">
                          <a:srgbClr val="2C4F8C"/>
                        </a:gs>
                      </a:gsLst>
                      <a:path path="rect">
                        <a:fillToRect l="50000" t="50000" r="50000" b="50000"/>
                      </a:path>
                    </a:gradFill>
                  </a:tcPr>
                </a:tc>
                <a:tc>
                  <a:txBody>
                    <a:bodyPr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3200" b="0" u="sng" strike="noStrike">
                          <a:solidFill>
                            <a:srgbClr val="0563C1"/>
                          </a:solidFill>
                          <a:effectLst/>
                          <a:uFillTx/>
                          <a:latin typeface="Open Sans"/>
                          <a:hlinkClick r:id="rId20" action="ppaction://hlinksldjump"/>
                        </a:rPr>
                        <a:t>1000</a:t>
                      </a:r>
                      <a:endParaRPr lang="en-US" sz="3200" b="0" u="none" strike="noStrike">
                        <a:solidFill>
                          <a:srgbClr val="000000"/>
                        </a:solidFill>
                        <a:effectLst/>
                        <a:uFillTx/>
                        <a:latin typeface="Arial"/>
                      </a:endParaRPr>
                    </a:p>
                  </a:txBody>
                  <a:tcPr anchor="ctr" marL="90000" marR="90000" marT="46800" marB="46800">
                    <a:lnL w="576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gradFill rotWithShape="0">
                      <a:gsLst>
                        <a:gs pos="0">
                          <a:srgbClr val="3864B3"/>
                        </a:gs>
                        <a:gs pos="100000">
                          <a:srgbClr val="2C4F8C"/>
                        </a:gs>
                      </a:gsLst>
                      <a:path path="rect">
                        <a:fillToRect l="50000" t="50000" r="50000" b="50000"/>
                      </a:path>
                    </a:gradFill>
                  </a:tcPr>
                </a:tc>
              </a:tr>
              <a:tr h="1647720">
                <a:tc>
                  <a:txBody>
                    <a:bodyPr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2500" b="0" u="none" strike="noStrike">
                          <a:solidFill>
                            <a:srgbClr val="FFFFFF"/>
                          </a:solidFill>
                          <a:effectLst/>
                          <a:uFillTx/>
                          <a:latin typeface="Open Sans"/>
                        </a:rPr>
                        <a:t>Кадр прошлого</a:t>
                      </a:r>
                      <a:endParaRPr lang="en-US" sz="2500" b="0" u="none" strike="noStrike">
                        <a:solidFill>
                          <a:srgbClr val="000000"/>
                        </a:solidFill>
                        <a:effectLst/>
                        <a:uFillTx/>
                        <a:latin typeface="Arial"/>
                      </a:endParaRPr>
                    </a:p>
                  </a:txBody>
                  <a:tcPr anchor="ctr" marL="90000" marR="90000" marT="46800" marB="46800">
                    <a:lnL w="576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gradFill rotWithShape="0">
                      <a:gsLst>
                        <a:gs pos="0">
                          <a:srgbClr val="3864B3"/>
                        </a:gs>
                        <a:gs pos="100000">
                          <a:srgbClr val="2C4F8C"/>
                        </a:gs>
                      </a:gsLst>
                      <a:path path="rect">
                        <a:fillToRect l="50000" t="50000" r="50000" b="50000"/>
                      </a:path>
                    </a:gradFill>
                  </a:tcPr>
                </a:tc>
                <a:tc>
                  <a:txBody>
                    <a:bodyPr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3200" b="0" u="sng" strike="noStrike">
                          <a:solidFill>
                            <a:srgbClr val="0563C1"/>
                          </a:solidFill>
                          <a:effectLst/>
                          <a:uFillTx/>
                          <a:latin typeface="Open Sans"/>
                          <a:hlinkClick r:id="rId21" action="ppaction://hlinksldjump"/>
                        </a:rPr>
                        <a:t>200</a:t>
                      </a:r>
                      <a:endParaRPr lang="en-US" sz="3200" b="0" u="none" strike="noStrike">
                        <a:solidFill>
                          <a:srgbClr val="000000"/>
                        </a:solidFill>
                        <a:effectLst/>
                        <a:uFillTx/>
                        <a:latin typeface="Arial"/>
                      </a:endParaRPr>
                    </a:p>
                  </a:txBody>
                  <a:tcPr anchor="ctr" marL="90000" marR="90000" marT="46800" marB="46800">
                    <a:lnL w="576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gradFill rotWithShape="0">
                      <a:gsLst>
                        <a:gs pos="0">
                          <a:srgbClr val="3864B3"/>
                        </a:gs>
                        <a:gs pos="100000">
                          <a:srgbClr val="2C4F8C"/>
                        </a:gs>
                      </a:gsLst>
                      <a:path path="rect">
                        <a:fillToRect l="50000" t="50000" r="50000" b="50000"/>
                      </a:path>
                    </a:gradFill>
                  </a:tcPr>
                </a:tc>
                <a:tc>
                  <a:txBody>
                    <a:bodyPr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3200" b="0" u="sng" strike="noStrike">
                          <a:solidFill>
                            <a:srgbClr val="0563C1"/>
                          </a:solidFill>
                          <a:effectLst/>
                          <a:uFillTx/>
                          <a:latin typeface="Open Sans"/>
                          <a:hlinkClick r:id="rId22" action="ppaction://hlinksldjump"/>
                        </a:rPr>
                        <a:t>400</a:t>
                      </a:r>
                      <a:endParaRPr lang="en-US" sz="3200" b="0" u="none" strike="noStrike">
                        <a:solidFill>
                          <a:srgbClr val="000000"/>
                        </a:solidFill>
                        <a:effectLst/>
                        <a:uFillTx/>
                        <a:latin typeface="Arial"/>
                      </a:endParaRPr>
                    </a:p>
                  </a:txBody>
                  <a:tcPr anchor="ctr" marL="90000" marR="90000" marT="46800" marB="46800">
                    <a:lnL w="576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gradFill rotWithShape="0">
                      <a:gsLst>
                        <a:gs pos="0">
                          <a:srgbClr val="3864B3"/>
                        </a:gs>
                        <a:gs pos="100000">
                          <a:srgbClr val="2C4F8C"/>
                        </a:gs>
                      </a:gsLst>
                      <a:path path="rect">
                        <a:fillToRect l="50000" t="50000" r="50000" b="50000"/>
                      </a:path>
                    </a:gradFill>
                  </a:tcPr>
                </a:tc>
                <a:tc>
                  <a:txBody>
                    <a:bodyPr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3200" b="0" u="sng" strike="noStrike">
                          <a:solidFill>
                            <a:srgbClr val="0563C1"/>
                          </a:solidFill>
                          <a:effectLst/>
                          <a:uFillTx/>
                          <a:latin typeface="Open Sans"/>
                          <a:hlinkClick r:id="rId23" action="ppaction://hlinksldjump"/>
                        </a:rPr>
                        <a:t>600</a:t>
                      </a:r>
                      <a:endParaRPr lang="en-US" sz="3200" b="0" u="none" strike="noStrike">
                        <a:solidFill>
                          <a:srgbClr val="000000"/>
                        </a:solidFill>
                        <a:effectLst/>
                        <a:uFillTx/>
                        <a:latin typeface="Arial"/>
                      </a:endParaRPr>
                    </a:p>
                  </a:txBody>
                  <a:tcPr anchor="ctr" marL="90000" marR="90000" marT="46800" marB="46800">
                    <a:lnL w="576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gradFill rotWithShape="0">
                      <a:gsLst>
                        <a:gs pos="0">
                          <a:srgbClr val="3864B3"/>
                        </a:gs>
                        <a:gs pos="100000">
                          <a:srgbClr val="2C4F8C"/>
                        </a:gs>
                      </a:gsLst>
                      <a:path path="rect">
                        <a:fillToRect l="50000" t="50000" r="50000" b="50000"/>
                      </a:path>
                    </a:gradFill>
                  </a:tcPr>
                </a:tc>
                <a:tc>
                  <a:txBody>
                    <a:bodyPr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3200" b="0" u="sng" strike="noStrike">
                          <a:solidFill>
                            <a:srgbClr val="0563C1"/>
                          </a:solidFill>
                          <a:effectLst/>
                          <a:uFillTx/>
                          <a:latin typeface="Open Sans"/>
                          <a:hlinkClick r:id="rId24" action="ppaction://hlinksldjump"/>
                        </a:rPr>
                        <a:t>800</a:t>
                      </a:r>
                      <a:endParaRPr lang="en-US" sz="3200" b="0" u="none" strike="noStrike">
                        <a:solidFill>
                          <a:srgbClr val="000000"/>
                        </a:solidFill>
                        <a:effectLst/>
                        <a:uFillTx/>
                        <a:latin typeface="Arial"/>
                      </a:endParaRPr>
                    </a:p>
                  </a:txBody>
                  <a:tcPr anchor="ctr" marL="90000" marR="90000" marT="46800" marB="46800">
                    <a:lnL w="576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gradFill rotWithShape="0">
                      <a:gsLst>
                        <a:gs pos="0">
                          <a:srgbClr val="3864B3"/>
                        </a:gs>
                        <a:gs pos="100000">
                          <a:srgbClr val="2C4F8C"/>
                        </a:gs>
                      </a:gsLst>
                      <a:path path="rect">
                        <a:fillToRect l="50000" t="50000" r="50000" b="50000"/>
                      </a:path>
                    </a:gradFill>
                  </a:tcPr>
                </a:tc>
                <a:tc>
                  <a:txBody>
                    <a:bodyPr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3200" b="0" u="sng" strike="noStrike">
                          <a:solidFill>
                            <a:srgbClr val="0563C1"/>
                          </a:solidFill>
                          <a:effectLst/>
                          <a:uFillTx/>
                          <a:latin typeface="Open Sans"/>
                          <a:hlinkClick r:id="rId25" action="ppaction://hlinksldjump"/>
                        </a:rPr>
                        <a:t>1000</a:t>
                      </a:r>
                      <a:endParaRPr lang="en-US" sz="3200" b="0" u="none" strike="noStrike">
                        <a:solidFill>
                          <a:srgbClr val="000000"/>
                        </a:solidFill>
                        <a:effectLst/>
                        <a:uFillTx/>
                        <a:latin typeface="Arial"/>
                      </a:endParaRPr>
                    </a:p>
                  </a:txBody>
                  <a:tcPr anchor="ctr" marL="90000" marR="90000" marT="46800" marB="46800">
                    <a:lnL w="576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gradFill rotWithShape="0">
                      <a:gsLst>
                        <a:gs pos="0">
                          <a:srgbClr val="3864B3"/>
                        </a:gs>
                        <a:gs pos="100000">
                          <a:srgbClr val="2C4F8C"/>
                        </a:gs>
                      </a:gsLst>
                      <a:path path="rect">
                        <a:fillToRect l="50000" t="50000" r="50000" b="50000"/>
                      </a:path>
                    </a:gradFill>
                  </a:tcPr>
                </a:tc>
              </a:tr>
            </a:tbl>
          </a:graphicData>
        </a:graphic>
      </p:graphicFrame>
    </p:spTree>
  </p:cSld>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pic>
        <p:nvPicPr>
          <p:cNvPr id="16" name="Изображение 1" descr="фотка"/>
          <p:cNvPicPr/>
          <p:nvPr/>
        </p:nvPicPr>
        <p:blipFill>
          <a:blip r:embed="rId2"/>
          <a:stretch/>
        </p:blipFill>
        <p:spPr>
          <a:xfrm>
            <a:off x="0" y="0"/>
            <a:ext cx="12191760" cy="7791120"/>
          </a:xfrm>
          <a:prstGeom prst="rect">
            <a:avLst/>
          </a:prstGeom>
          <a:noFill/>
          <a:ln w="38160">
            <a:noFill/>
          </a:ln>
        </p:spPr>
      </p:pic>
      <p:pic>
        <p:nvPicPr>
          <p:cNvPr id="17" name="Picture 7">
            <a:hlinkClick r:id="rId3" action="ppaction://hlinksldjump"/>
          </p:cNvPr>
          <p:cNvPicPr/>
          <p:nvPr/>
        </p:nvPicPr>
        <p:blipFill>
          <a:blip r:embed="rId4"/>
          <a:stretch/>
        </p:blipFill>
        <p:spPr>
          <a:xfrm>
            <a:off x="4836960" y="5499000"/>
            <a:ext cx="2351160" cy="806400"/>
          </a:xfrm>
          <a:prstGeom prst="rect">
            <a:avLst/>
          </a:prstGeom>
          <a:noFill/>
          <a:ln w="38160">
            <a:noFill/>
          </a:ln>
        </p:spPr>
      </p:pic>
      <p:sp>
        <p:nvSpPr>
          <p:cNvPr id="18" name="Rectangle 3">
            <a:hlinkClick r:id="rId5" action="ppaction://hlinksldjump"/>
          </p:cNvPr>
          <p:cNvSpPr/>
          <p:nvPr/>
        </p:nvSpPr>
        <p:spPr>
          <a:xfrm>
            <a:off x="5219280" y="5690880"/>
            <a:ext cx="1754280" cy="398520"/>
          </a:xfrm>
          <a:prstGeom prst="rect">
            <a:avLst/>
          </a:prstGeom>
          <a:noFill/>
          <a:ln w="38160">
            <a:noFill/>
          </a:ln>
        </p:spPr>
        <p:style>
          <a:lnRef idx="0"/>
          <a:fillRef idx="0"/>
          <a:effectRef idx="0"/>
          <a:fontRef idx="minor"/>
        </p:style>
        <p:txBody>
          <a:bodyPr wrap="none"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2000" b="0" u="none" strike="noStrike">
                <a:solidFill>
                  <a:srgbClr val="FFFFFF"/>
                </a:solidFill>
                <a:effectLst/>
                <a:uFillTx/>
                <a:latin typeface="Cascadia Code SemiBold"/>
              </a:rPr>
              <a:t>Узнать ответ</a:t>
            </a:r>
            <a:endParaRPr lang="en-US" sz="2000" b="0" u="none" strike="noStrike">
              <a:solidFill>
                <a:srgbClr val="000000"/>
              </a:solidFill>
              <a:effectLst/>
              <a:uFillTx/>
              <a:latin typeface="Arial"/>
            </a:endParaRPr>
          </a:p>
        </p:txBody>
      </p:sp>
      <p:sp>
        <p:nvSpPr>
          <p:cNvPr id="19" name="Текстовое поле 4"/>
          <p:cNvSpPr/>
          <p:nvPr/>
        </p:nvSpPr>
        <p:spPr>
          <a:xfrm>
            <a:off x="2679480" y="1952280"/>
            <a:ext cx="6545160" cy="2226600"/>
          </a:xfrm>
          <a:prstGeom prst="rect">
            <a:avLst/>
          </a:prstGeom>
          <a:no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3500" b="0" u="none" strike="noStrike">
                <a:solidFill>
                  <a:srgbClr val="FFFFFF"/>
                </a:solidFill>
                <a:effectLst/>
                <a:uFillTx/>
                <a:latin typeface="Open Sans"/>
              </a:rPr>
              <a:t>«И взял голову его, и сделал чашу из черепа, оковав его, и пил из него» про кого эти строки</a:t>
            </a:r>
            <a:endParaRPr lang="en-US" sz="3500" b="0" u="none" strike="noStrike">
              <a:solidFill>
                <a:srgbClr val="000000"/>
              </a:solidFill>
              <a:effectLst/>
              <a:uFillTx/>
              <a:latin typeface="Arial"/>
            </a:endParaRPr>
          </a:p>
        </p:txBody>
      </p:sp>
    </p:spTree>
  </p:cSld>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20" name="PlaceHolder 1"/>
          <p:cNvSpPr>
            <a:spLocks noGrp="1"/>
          </p:cNvSpPr>
          <p:nvPr>
            <p:ph type="title"/>
          </p:nvPr>
        </p:nvSpPr>
        <p:spPr>
          <a:xfrm>
            <a:off x="798120" y="905760"/>
            <a:ext cx="10760040" cy="1513080"/>
          </a:xfrm>
          <a:prstGeom prst="rect">
            <a:avLst/>
          </a:prstGeom>
          <a:noFill/>
          <a:ln w="0">
            <a:noFill/>
          </a:ln>
        </p:spPr>
        <p:txBody>
          <a:bodyPr lIns="91440" tIns="45720" rIns="91440" bIns="45720" anchor="ctr">
            <a:noAutofit/>
          </a:bodyPr>
          <a:p>
            <a:pPr indent="0" algn="ctr">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4400" b="1" i="1" u="none" strike="noStrike">
                <a:solidFill>
                  <a:srgbClr val="FFFFFF"/>
                </a:solidFill>
                <a:effectLst/>
                <a:uFillTx/>
                <a:latin typeface="Cascadia Code SemiBold"/>
              </a:rPr>
              <a:t>Святослав </a:t>
            </a:r>
            <a:br>
              <a:rPr sz="4400"/>
            </a:br>
            <a:endParaRPr lang="en-US" sz="4400" b="0" u="none" strike="noStrike">
              <a:solidFill>
                <a:srgbClr val="44546A"/>
              </a:solidFill>
              <a:effectLst/>
              <a:uFillTx/>
              <a:latin typeface="Arial"/>
            </a:endParaRPr>
          </a:p>
        </p:txBody>
      </p:sp>
      <p:sp>
        <p:nvSpPr>
          <p:cNvPr id="21" name="Rectangle 5">
            <a:hlinkClick r:id="rId2" action="ppaction://hlinksldjump"/>
          </p:cNvPr>
          <p:cNvSpPr/>
          <p:nvPr/>
        </p:nvSpPr>
        <p:spPr>
          <a:xfrm>
            <a:off x="4011480" y="5719680"/>
            <a:ext cx="4166640" cy="474480"/>
          </a:xfrm>
          <a:prstGeom prst="rect">
            <a:avLst/>
          </a:prstGeom>
          <a:noFill/>
          <a:ln w="38160">
            <a:noFill/>
          </a:ln>
        </p:spPr>
        <p:style>
          <a:lnRef idx="0"/>
          <a:fillRef idx="0"/>
          <a:effectRef idx="0"/>
          <a:fontRef idx="minor"/>
        </p:style>
        <p:txBody>
          <a:bodyPr wrap="none"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2500" b="0" u="sng" strike="noStrike">
                <a:solidFill>
                  <a:srgbClr val="FFE699"/>
                </a:solidFill>
                <a:effectLst/>
                <a:uFillTx/>
                <a:latin typeface="Open Sans"/>
              </a:rPr>
              <a:t>Вернуться к выбору тем→</a:t>
            </a:r>
            <a:endParaRPr lang="en-US" sz="2500" b="0" u="none" strike="noStrike">
              <a:solidFill>
                <a:srgbClr val="000000"/>
              </a:solidFill>
              <a:effectLst/>
              <a:uFillTx/>
              <a:latin typeface="Arial"/>
            </a:endParaRPr>
          </a:p>
        </p:txBody>
      </p:sp>
      <p:pic>
        <p:nvPicPr>
          <p:cNvPr id="22" name="Изображение 1"/>
          <p:cNvPicPr/>
          <p:nvPr/>
        </p:nvPicPr>
        <p:blipFill>
          <a:blip r:embed="rId3"/>
          <a:stretch/>
        </p:blipFill>
        <p:spPr>
          <a:xfrm>
            <a:off x="4878360" y="1984320"/>
            <a:ext cx="2600280" cy="3162240"/>
          </a:xfrm>
          <a:prstGeom prst="rect">
            <a:avLst/>
          </a:prstGeom>
          <a:noFill/>
          <a:ln w="38160">
            <a:noFill/>
          </a:ln>
        </p:spPr>
      </p:pic>
    </p:spTree>
  </p:cSld>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914040" y="642600"/>
            <a:ext cx="10760040" cy="4578480"/>
          </a:xfrm>
          <a:prstGeom prst="rect">
            <a:avLst/>
          </a:prstGeom>
          <a:noFill/>
          <a:ln w="0">
            <a:noFill/>
          </a:ln>
        </p:spPr>
        <p:txBody>
          <a:bodyPr lIns="91440" tIns="45720" rIns="91440" bIns="4572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br>
              <a:rPr sz="4400"/>
            </a:br>
            <a:endParaRPr lang="en-US" sz="4400" b="0" u="none" strike="noStrike">
              <a:solidFill>
                <a:srgbClr val="44546A"/>
              </a:solidFill>
              <a:effectLst/>
              <a:uFillTx/>
              <a:latin typeface="Arial"/>
            </a:endParaRPr>
          </a:p>
        </p:txBody>
      </p:sp>
      <p:pic>
        <p:nvPicPr>
          <p:cNvPr id="24" name="Picture 7"/>
          <p:cNvPicPr/>
          <p:nvPr/>
        </p:nvPicPr>
        <p:blipFill>
          <a:blip r:embed="rId2"/>
          <a:stretch/>
        </p:blipFill>
        <p:spPr>
          <a:xfrm>
            <a:off x="4836960" y="5499000"/>
            <a:ext cx="2351160" cy="806400"/>
          </a:xfrm>
          <a:prstGeom prst="rect">
            <a:avLst/>
          </a:prstGeom>
          <a:noFill/>
          <a:ln w="38160">
            <a:noFill/>
          </a:ln>
        </p:spPr>
      </p:pic>
      <p:sp>
        <p:nvSpPr>
          <p:cNvPr id="25" name="Rectangle 8">
            <a:hlinkClick r:id="rId3" action="ppaction://hlinksldjump"/>
          </p:cNvPr>
          <p:cNvSpPr/>
          <p:nvPr/>
        </p:nvSpPr>
        <p:spPr>
          <a:xfrm>
            <a:off x="5219280" y="5690880"/>
            <a:ext cx="1754280" cy="398520"/>
          </a:xfrm>
          <a:prstGeom prst="rect">
            <a:avLst/>
          </a:prstGeom>
          <a:noFill/>
          <a:ln w="38160">
            <a:noFill/>
          </a:ln>
        </p:spPr>
        <p:style>
          <a:lnRef idx="0"/>
          <a:fillRef idx="0"/>
          <a:effectRef idx="0"/>
          <a:fontRef idx="minor"/>
        </p:style>
        <p:txBody>
          <a:bodyPr wrap="none"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2000" b="0" u="none" strike="noStrike">
                <a:solidFill>
                  <a:srgbClr val="FFFFFF"/>
                </a:solidFill>
                <a:effectLst/>
                <a:uFillTx/>
                <a:latin typeface="Open Sans"/>
              </a:rPr>
              <a:t>Узнать ответ</a:t>
            </a:r>
            <a:endParaRPr lang="en-US" sz="2000" b="0" u="none" strike="noStrike">
              <a:solidFill>
                <a:srgbClr val="000000"/>
              </a:solidFill>
              <a:effectLst/>
              <a:uFillTx/>
              <a:latin typeface="Arial"/>
            </a:endParaRPr>
          </a:p>
        </p:txBody>
      </p:sp>
      <p:sp>
        <p:nvSpPr>
          <p:cNvPr id="26" name="Текстовое поле 1"/>
          <p:cNvSpPr/>
          <p:nvPr/>
        </p:nvSpPr>
        <p:spPr>
          <a:xfrm>
            <a:off x="1049040" y="966600"/>
            <a:ext cx="9761760" cy="2908440"/>
          </a:xfrm>
          <a:prstGeom prst="rect">
            <a:avLst/>
          </a:prstGeom>
          <a:noFill/>
          <a:ln w="38160">
            <a:noFill/>
          </a:ln>
        </p:spPr>
        <p:style>
          <a:lnRef idx="0"/>
          <a:fillRef idx="0"/>
          <a:effectRef idx="0"/>
          <a:fontRef idx="minor"/>
        </p:style>
        <p:txBody>
          <a:bodyPr lIns="90000" tIns="46800" rIns="90000" bIns="46800" anchor="t">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1600" b="0" u="none" strike="noStrike">
                <a:solidFill>
                  <a:srgbClr val="F9FAFB"/>
                </a:solidFill>
                <a:effectLst/>
                <a:uFillTx/>
                <a:latin typeface="quote-cjk-patch"/>
                <a:ea typeface="quote-cjk-patch"/>
              </a:rPr>
              <a:t> </a:t>
            </a:r>
            <a:r>
              <a:rPr lang="ru-RU" sz="3200" b="0" u="none" strike="noStrike">
                <a:solidFill>
                  <a:srgbClr val="F9FAFB"/>
                </a:solidFill>
                <a:effectLst/>
                <a:uFillTx/>
                <a:latin typeface="Cascadia Code SemiBold"/>
                <a:ea typeface="quote-cjk-patch"/>
              </a:rPr>
              <a:t>О каком историческом событии идет речь?</a:t>
            </a:r>
            <a:endParaRPr lang="en-US" sz="3200" b="0" u="none" strike="noStrike">
              <a:solidFill>
                <a:srgbClr val="000000"/>
              </a:solidFill>
              <a:effectLst/>
              <a:uFillTx/>
              <a:latin typeface="Arial"/>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3200" b="0" u="none" strike="noStrike">
              <a:solidFill>
                <a:srgbClr val="000000"/>
              </a:solidFill>
              <a:effectLst/>
              <a:uFillTx/>
              <a:latin typeface="Arial"/>
            </a:endParaRPr>
          </a:p>
          <a:p>
            <a:pPr algn="just">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2800" b="0" u="none" strike="noStrike">
                <a:solidFill>
                  <a:srgbClr val="F9FAFB"/>
                </a:solidFill>
                <a:effectLst/>
                <a:uFillTx/>
                <a:latin typeface="Cascadia Code SemiBold"/>
                <a:ea typeface="quote-cjk-patch"/>
              </a:rPr>
              <a:t>«</a:t>
            </a:r>
            <a:r>
              <a:rPr lang="en-US" sz="2800" b="0" u="none" strike="noStrike">
                <a:solidFill>
                  <a:srgbClr val="F9FAFB"/>
                </a:solidFill>
                <a:effectLst/>
                <a:uFillTx/>
                <a:latin typeface="Cascadia Code SemiBold"/>
                <a:ea typeface="quote-cjk-patch"/>
              </a:rPr>
              <a:t>Помещики, сохраняя право собственности на все принадлежащие им земли, предоставляют крестьянам, за установленные повинности, в постоянное пользование усадебную их оседлость и сверх того, для обеспечения быта их и исполнения обязанностей их пред правительством, определённое в положениях количество полевой земли и других угодий</a:t>
            </a:r>
            <a:r>
              <a:rPr lang="ru-RU" sz="2800" b="0" u="none" strike="noStrike">
                <a:solidFill>
                  <a:srgbClr val="F9FAFB"/>
                </a:solidFill>
                <a:effectLst/>
                <a:uFillTx/>
                <a:latin typeface="Cascadia Code SemiBold"/>
                <a:ea typeface="quote-cjk-patch"/>
              </a:rPr>
              <a:t>»</a:t>
            </a:r>
            <a:r>
              <a:rPr lang="en-US" sz="2800" b="0" u="none" strike="noStrike">
                <a:solidFill>
                  <a:srgbClr val="F9FAFB"/>
                </a:solidFill>
                <a:effectLst/>
                <a:uFillTx/>
                <a:latin typeface="Cascadia Code SemiBold"/>
                <a:ea typeface="quote-cjk-patch"/>
              </a:rPr>
              <a:t>.</a:t>
            </a:r>
            <a:endParaRPr lang="en-US" sz="2800" b="0" u="none" strike="noStrike">
              <a:solidFill>
                <a:srgbClr val="000000"/>
              </a:solidFill>
              <a:effectLst/>
              <a:uFillTx/>
              <a:latin typeface="Arial"/>
            </a:endParaRPr>
          </a:p>
        </p:txBody>
      </p:sp>
    </p:spTree>
  </p:cSld>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27" name="Rectangle 6"/>
          <p:cNvSpPr/>
          <p:nvPr/>
        </p:nvSpPr>
        <p:spPr>
          <a:xfrm>
            <a:off x="4012560" y="5719680"/>
            <a:ext cx="4166640" cy="525240"/>
          </a:xfrm>
          <a:prstGeom prst="rect">
            <a:avLst/>
          </a:prstGeom>
          <a:noFill/>
          <a:ln w="38160">
            <a:noFill/>
          </a:ln>
        </p:spPr>
        <p:style>
          <a:lnRef idx="0"/>
          <a:fillRef idx="0"/>
          <a:effectRef idx="0"/>
          <a:fontRef idx="minor"/>
        </p:style>
        <p:txBody>
          <a:bodyPr wrap="none"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2500" b="0" u="sng" strike="noStrike">
                <a:solidFill>
                  <a:srgbClr val="0563C1"/>
                </a:solidFill>
                <a:effectLst/>
                <a:uFillTx/>
                <a:latin typeface="Open Sans"/>
                <a:hlinkClick r:id="rId2" action="ppaction://hlinksldjump"/>
              </a:rPr>
              <a:t>Вернуться к выбору тем→</a:t>
            </a:r>
            <a:endParaRPr lang="en-US" sz="2500" b="0" u="none" strike="noStrike">
              <a:solidFill>
                <a:srgbClr val="000000"/>
              </a:solidFill>
              <a:effectLst/>
              <a:uFillTx/>
              <a:latin typeface="Arial"/>
            </a:endParaRPr>
          </a:p>
        </p:txBody>
      </p:sp>
      <p:sp>
        <p:nvSpPr>
          <p:cNvPr id="28" name="PlaceHolder 1"/>
          <p:cNvSpPr>
            <a:spLocks noGrp="1"/>
          </p:cNvSpPr>
          <p:nvPr>
            <p:ph type="title"/>
          </p:nvPr>
        </p:nvSpPr>
        <p:spPr>
          <a:xfrm>
            <a:off x="137520" y="347400"/>
            <a:ext cx="11495160" cy="1712880"/>
          </a:xfrm>
          <a:prstGeom prst="rect">
            <a:avLst/>
          </a:prstGeom>
          <a:noFill/>
          <a:ln w="0">
            <a:noFill/>
          </a:ln>
        </p:spPr>
        <p:txBody>
          <a:bodyPr lIns="91440" tIns="45720" rIns="91440" bIns="45720" anchor="ctr">
            <a:noAutofit/>
          </a:bodyPr>
          <a:p>
            <a:pPr indent="0" algn="ctr">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br>
              <a:rPr sz="3500"/>
            </a:br>
            <a:endParaRPr lang="en-US" sz="3500" b="0" u="none" strike="noStrike">
              <a:solidFill>
                <a:srgbClr val="44546A"/>
              </a:solidFill>
              <a:effectLst/>
              <a:uFillTx/>
              <a:latin typeface="Arial"/>
            </a:endParaRPr>
          </a:p>
        </p:txBody>
      </p:sp>
      <p:sp>
        <p:nvSpPr>
          <p:cNvPr id="29" name="Текстовое поле 1"/>
          <p:cNvSpPr/>
          <p:nvPr/>
        </p:nvSpPr>
        <p:spPr>
          <a:xfrm>
            <a:off x="2857320" y="1819080"/>
            <a:ext cx="6699240" cy="3900600"/>
          </a:xfrm>
          <a:prstGeom prst="rect">
            <a:avLst/>
          </a:prstGeom>
          <a:noFill/>
          <a:ln w="38160">
            <a:noFill/>
          </a:ln>
        </p:spPr>
        <p:style>
          <a:lnRef idx="0"/>
          <a:fillRef idx="0"/>
          <a:effectRef idx="0"/>
          <a:fontRef idx="minor"/>
        </p:style>
        <p:txBody>
          <a:bodyPr lIns="90000" tIns="46800" rIns="90000" bIns="46800" anchor="t">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4000" b="0" u="none" strike="noStrike">
                <a:solidFill>
                  <a:srgbClr val="F9FAFB"/>
                </a:solidFill>
                <a:effectLst/>
                <a:uFillTx/>
                <a:latin typeface="Cascadia Code SemiBold"/>
                <a:ea typeface="quote-cjk-patch"/>
              </a:rPr>
              <a:t>Речь идет о манифесте императора Александра </a:t>
            </a:r>
            <a:r>
              <a:rPr lang="en-US" sz="4000" b="0" u="none" strike="noStrike">
                <a:solidFill>
                  <a:srgbClr val="F9FAFB"/>
                </a:solidFill>
                <a:effectLst/>
                <a:uFillTx/>
                <a:latin typeface="Cascadia Code SemiBold"/>
                <a:ea typeface="quote-cjk-patch"/>
              </a:rPr>
              <a:t> II </a:t>
            </a:r>
            <a:r>
              <a:rPr lang="ru-RU" sz="4000" b="0" u="none" strike="noStrike">
                <a:solidFill>
                  <a:srgbClr val="F9FAFB"/>
                </a:solidFill>
                <a:effectLst/>
                <a:uFillTx/>
                <a:latin typeface="Cascadia Code SemiBold"/>
                <a:ea typeface="quote-cjk-patch"/>
              </a:rPr>
              <a:t>,об отмене крепостного права. </a:t>
            </a:r>
            <a:endParaRPr lang="en-US" sz="4000" b="0" u="none" strike="noStrike">
              <a:solidFill>
                <a:srgbClr val="000000"/>
              </a:solidFill>
              <a:effectLst/>
              <a:uFillTx/>
              <a:latin typeface="Arial"/>
            </a:endParaRPr>
          </a:p>
        </p:txBody>
      </p:sp>
    </p:spTree>
  </p:cSld>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pic>
        <p:nvPicPr>
          <p:cNvPr id="30" name="Picture 4"/>
          <p:cNvPicPr/>
          <p:nvPr/>
        </p:nvPicPr>
        <p:blipFill>
          <a:blip r:embed="rId2"/>
          <a:stretch/>
        </p:blipFill>
        <p:spPr>
          <a:xfrm>
            <a:off x="4836960" y="5499000"/>
            <a:ext cx="2351160" cy="806400"/>
          </a:xfrm>
          <a:prstGeom prst="rect">
            <a:avLst/>
          </a:prstGeom>
          <a:noFill/>
          <a:ln w="38160">
            <a:noFill/>
          </a:ln>
        </p:spPr>
      </p:pic>
      <p:sp>
        <p:nvSpPr>
          <p:cNvPr id="31" name="Rectangle 7">
            <a:hlinkClick r:id="rId3" action="ppaction://hlinksldjump"/>
          </p:cNvPr>
          <p:cNvSpPr/>
          <p:nvPr/>
        </p:nvSpPr>
        <p:spPr>
          <a:xfrm>
            <a:off x="5219280" y="5690880"/>
            <a:ext cx="1754280" cy="398520"/>
          </a:xfrm>
          <a:prstGeom prst="rect">
            <a:avLst/>
          </a:prstGeom>
          <a:noFill/>
          <a:ln w="38160">
            <a:noFill/>
          </a:ln>
        </p:spPr>
        <p:style>
          <a:lnRef idx="0"/>
          <a:fillRef idx="0"/>
          <a:effectRef idx="0"/>
          <a:fontRef idx="minor"/>
        </p:style>
        <p:txBody>
          <a:bodyPr wrap="none"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2000" b="0" u="none" strike="noStrike">
                <a:solidFill>
                  <a:srgbClr val="FFFFFF"/>
                </a:solidFill>
                <a:effectLst/>
                <a:uFillTx/>
                <a:latin typeface="Open Sans"/>
              </a:rPr>
              <a:t>Узнать ответ</a:t>
            </a:r>
            <a:endParaRPr lang="en-US" sz="2000" b="0" u="none" strike="noStrike">
              <a:solidFill>
                <a:srgbClr val="000000"/>
              </a:solidFill>
              <a:effectLst/>
              <a:uFillTx/>
              <a:latin typeface="Arial"/>
            </a:endParaRPr>
          </a:p>
        </p:txBody>
      </p:sp>
      <p:sp>
        <p:nvSpPr>
          <p:cNvPr id="32" name="Прямоугольник 2"/>
          <p:cNvSpPr/>
          <p:nvPr/>
        </p:nvSpPr>
        <p:spPr>
          <a:xfrm>
            <a:off x="2458800" y="412560"/>
            <a:ext cx="7277040" cy="627120"/>
          </a:xfrm>
          <a:prstGeom prst="rect">
            <a:avLst/>
          </a:prstGeom>
          <a:no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3500" b="0" u="none" strike="noStrike">
                <a:solidFill>
                  <a:srgbClr val="FFFFFF"/>
                </a:solidFill>
                <a:effectLst/>
                <a:uFillTx/>
                <a:latin typeface="Open Sans"/>
              </a:rPr>
              <a:t>Что изображено на карте?</a:t>
            </a:r>
            <a:endParaRPr lang="en-US" sz="3500" b="0" u="none" strike="noStrike">
              <a:solidFill>
                <a:srgbClr val="000000"/>
              </a:solidFill>
              <a:effectLst/>
              <a:uFillTx/>
              <a:latin typeface="Arial"/>
            </a:endParaRPr>
          </a:p>
        </p:txBody>
      </p:sp>
      <p:pic>
        <p:nvPicPr>
          <p:cNvPr id="33" name="Изображение 1" descr="149838175671289505"/>
          <p:cNvPicPr/>
          <p:nvPr/>
        </p:nvPicPr>
        <p:blipFill>
          <a:blip r:embed="rId4"/>
          <a:stretch/>
        </p:blipFill>
        <p:spPr>
          <a:xfrm>
            <a:off x="2187360" y="1169640"/>
            <a:ext cx="8004240" cy="4202280"/>
          </a:xfrm>
          <a:prstGeom prst="rect">
            <a:avLst/>
          </a:prstGeom>
          <a:noFill/>
          <a:ln w="38160">
            <a:noFill/>
          </a:ln>
        </p:spPr>
      </p:pic>
    </p:spTree>
  </p:cSld>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34" name="Rectangle 4">
            <a:hlinkClick r:id="rId2" action="ppaction://hlinksldjump"/>
          </p:cNvPr>
          <p:cNvSpPr/>
          <p:nvPr/>
        </p:nvSpPr>
        <p:spPr>
          <a:xfrm>
            <a:off x="4011480" y="5719680"/>
            <a:ext cx="4166640" cy="474480"/>
          </a:xfrm>
          <a:prstGeom prst="rect">
            <a:avLst/>
          </a:prstGeom>
          <a:noFill/>
          <a:ln w="38160">
            <a:noFill/>
          </a:ln>
        </p:spPr>
        <p:style>
          <a:lnRef idx="0"/>
          <a:fillRef idx="0"/>
          <a:effectRef idx="0"/>
          <a:fontRef idx="minor"/>
        </p:style>
        <p:txBody>
          <a:bodyPr wrap="none"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2500" b="0" u="sng" strike="noStrike">
                <a:solidFill>
                  <a:srgbClr val="FFE699"/>
                </a:solidFill>
                <a:effectLst/>
                <a:uFillTx/>
                <a:latin typeface="Open Sans"/>
              </a:rPr>
              <a:t>Вернуться к выбору тем→</a:t>
            </a:r>
            <a:endParaRPr lang="en-US" sz="2500" b="0" u="none" strike="noStrike">
              <a:solidFill>
                <a:srgbClr val="000000"/>
              </a:solidFill>
              <a:effectLst/>
              <a:uFillTx/>
              <a:latin typeface="Arial"/>
            </a:endParaRPr>
          </a:p>
        </p:txBody>
      </p:sp>
      <p:sp>
        <p:nvSpPr>
          <p:cNvPr id="35" name="PlaceHolder 1"/>
          <p:cNvSpPr>
            <a:spLocks noGrp="1"/>
          </p:cNvSpPr>
          <p:nvPr>
            <p:ph type="title"/>
          </p:nvPr>
        </p:nvSpPr>
        <p:spPr>
          <a:xfrm>
            <a:off x="715320" y="2419200"/>
            <a:ext cx="10760040" cy="1512720"/>
          </a:xfrm>
          <a:prstGeom prst="rect">
            <a:avLst/>
          </a:prstGeom>
          <a:noFill/>
          <a:ln w="0">
            <a:noFill/>
          </a:ln>
        </p:spPr>
        <p:txBody>
          <a:bodyPr lIns="91440" tIns="45720" rIns="91440" bIns="45720" anchor="ctr">
            <a:noAutofit/>
          </a:bodyPr>
          <a:p>
            <a:pPr indent="0" algn="ctr">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4400" b="0" u="none" strike="noStrike">
                <a:solidFill>
                  <a:srgbClr val="FFFFFF"/>
                </a:solidFill>
                <a:effectLst/>
                <a:uFillTx/>
                <a:latin typeface="Cascadia Code SemiBold"/>
              </a:rPr>
              <a:t>План Барбароса</a:t>
            </a:r>
            <a:endParaRPr lang="en-US" sz="4400" b="0" u="none" strike="noStrike">
              <a:solidFill>
                <a:srgbClr val="44546A"/>
              </a:solidFill>
              <a:effectLst/>
              <a:uFillTx/>
              <a:latin typeface="Arial"/>
            </a:endParaRPr>
          </a:p>
        </p:txBody>
      </p:sp>
    </p:spTree>
  </p:cSld>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pic>
        <p:nvPicPr>
          <p:cNvPr id="36" name="Picture 4"/>
          <p:cNvPicPr/>
          <p:nvPr/>
        </p:nvPicPr>
        <p:blipFill>
          <a:blip r:embed="rId2"/>
          <a:stretch/>
        </p:blipFill>
        <p:spPr>
          <a:xfrm>
            <a:off x="4836960" y="5499000"/>
            <a:ext cx="2351160" cy="806400"/>
          </a:xfrm>
          <a:prstGeom prst="rect">
            <a:avLst/>
          </a:prstGeom>
          <a:noFill/>
          <a:ln w="38160">
            <a:noFill/>
          </a:ln>
        </p:spPr>
      </p:pic>
      <p:sp>
        <p:nvSpPr>
          <p:cNvPr id="37" name="Rectangle 7">
            <a:hlinkClick r:id="rId3" action="ppaction://hlinksldjump"/>
          </p:cNvPr>
          <p:cNvSpPr/>
          <p:nvPr/>
        </p:nvSpPr>
        <p:spPr>
          <a:xfrm>
            <a:off x="5219280" y="5690880"/>
            <a:ext cx="1754280" cy="398520"/>
          </a:xfrm>
          <a:prstGeom prst="rect">
            <a:avLst/>
          </a:prstGeom>
          <a:noFill/>
          <a:ln w="38160">
            <a:noFill/>
          </a:ln>
        </p:spPr>
        <p:style>
          <a:lnRef idx="0"/>
          <a:fillRef idx="0"/>
          <a:effectRef idx="0"/>
          <a:fontRef idx="minor"/>
        </p:style>
        <p:txBody>
          <a:bodyPr wrap="none"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2000" b="0" u="none" strike="noStrike">
                <a:solidFill>
                  <a:srgbClr val="FFFFFF"/>
                </a:solidFill>
                <a:effectLst/>
                <a:uFillTx/>
                <a:latin typeface="Open Sans"/>
              </a:rPr>
              <a:t>Узнать ответ</a:t>
            </a:r>
            <a:endParaRPr lang="en-US" sz="2000" b="0" u="none" strike="noStrike">
              <a:solidFill>
                <a:srgbClr val="000000"/>
              </a:solidFill>
              <a:effectLst/>
              <a:uFillTx/>
              <a:latin typeface="Arial"/>
            </a:endParaRPr>
          </a:p>
        </p:txBody>
      </p:sp>
      <p:sp>
        <p:nvSpPr>
          <p:cNvPr id="38" name="Прямоугольник 2"/>
          <p:cNvSpPr/>
          <p:nvPr/>
        </p:nvSpPr>
        <p:spPr>
          <a:xfrm>
            <a:off x="2373120" y="412560"/>
            <a:ext cx="7278840" cy="1160280"/>
          </a:xfrm>
          <a:prstGeom prst="rect">
            <a:avLst/>
          </a:prstGeom>
          <a:no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3500" b="0" u="none" strike="noStrike">
                <a:solidFill>
                  <a:srgbClr val="FFFFFF"/>
                </a:solidFill>
                <a:effectLst/>
                <a:uFillTx/>
                <a:latin typeface="Cascadia Code SemiBold"/>
              </a:rPr>
              <a:t>Соотнесите историечские события и даты </a:t>
            </a:r>
            <a:endParaRPr lang="en-US" sz="3500" b="0" u="none" strike="noStrike">
              <a:solidFill>
                <a:srgbClr val="000000"/>
              </a:solidFill>
              <a:effectLst/>
              <a:uFillTx/>
              <a:latin typeface="Arial"/>
            </a:endParaRPr>
          </a:p>
        </p:txBody>
      </p:sp>
      <p:sp>
        <p:nvSpPr>
          <p:cNvPr id="39" name="Текстовое поле 1"/>
          <p:cNvSpPr/>
          <p:nvPr/>
        </p:nvSpPr>
        <p:spPr>
          <a:xfrm>
            <a:off x="495000" y="1581120"/>
            <a:ext cx="5623200" cy="3193920"/>
          </a:xfrm>
          <a:prstGeom prst="rect">
            <a:avLst/>
          </a:prstGeom>
          <a:noFill/>
          <a:ln w="38160">
            <a:noFill/>
          </a:ln>
        </p:spPr>
        <p:style>
          <a:lnRef idx="0"/>
          <a:fillRef idx="0"/>
          <a:effectRef idx="0"/>
          <a:fontRef idx="minor"/>
        </p:style>
        <p:txBody>
          <a:bodyPr lIns="90000" tIns="46800" rIns="90000" bIns="46800" anchor="t">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3200" b="0" u="none" strike="noStrike">
                <a:solidFill>
                  <a:srgbClr val="FFFFFF"/>
                </a:solidFill>
                <a:effectLst/>
                <a:uFillTx/>
                <a:latin typeface="Cascadia Code SemiBold"/>
                <a:ea typeface="Lucida Grande"/>
              </a:rPr>
              <a:t>A) битва при д. Лесной</a:t>
            </a:r>
            <a:endParaRPr lang="en-US" sz="3200" b="0" u="none" strike="noStrike">
              <a:solidFill>
                <a:srgbClr val="000000"/>
              </a:solidFill>
              <a:effectLst/>
              <a:uFillTx/>
              <a:latin typeface="Arial"/>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3200" b="0" u="none" strike="noStrike">
                <a:solidFill>
                  <a:srgbClr val="FFFFFF"/>
                </a:solidFill>
                <a:effectLst/>
                <a:uFillTx/>
                <a:latin typeface="Cascadia Code SemiBold"/>
                <a:ea typeface="Lucida Grande"/>
              </a:rPr>
              <a:t>Б) созыв Стоглавого собора</a:t>
            </a:r>
            <a:endParaRPr lang="en-US" sz="3200" b="0" u="none" strike="noStrike">
              <a:solidFill>
                <a:srgbClr val="000000"/>
              </a:solidFill>
              <a:effectLst/>
              <a:uFillTx/>
              <a:latin typeface="Arial"/>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3200" b="0" u="none" strike="noStrike">
                <a:solidFill>
                  <a:srgbClr val="FFFFFF"/>
                </a:solidFill>
                <a:effectLst/>
                <a:uFillTx/>
                <a:latin typeface="Cascadia Code SemiBold"/>
                <a:ea typeface="Lucida Grande"/>
              </a:rPr>
              <a:t>В) ликвидация военных поселений</a:t>
            </a:r>
            <a:endParaRPr lang="en-US" sz="3200" b="0" u="none" strike="noStrike">
              <a:solidFill>
                <a:srgbClr val="000000"/>
              </a:solidFill>
              <a:effectLst/>
              <a:uFillTx/>
              <a:latin typeface="Arial"/>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3200" b="0" u="none" strike="noStrike">
                <a:solidFill>
                  <a:srgbClr val="FFFFFF"/>
                </a:solidFill>
                <a:effectLst/>
                <a:uFillTx/>
                <a:latin typeface="Cascadia Code SemiBold"/>
                <a:ea typeface="Lucida Grande"/>
              </a:rPr>
              <a:t>Г) заключение Брестского мира</a:t>
            </a:r>
            <a:endParaRPr lang="en-US" sz="3200" b="0" u="none" strike="noStrike">
              <a:solidFill>
                <a:srgbClr val="000000"/>
              </a:solidFill>
              <a:effectLst/>
              <a:uFillTx/>
              <a:latin typeface="Arial"/>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3600" b="0" u="none" strike="noStrike">
              <a:solidFill>
                <a:srgbClr val="000000"/>
              </a:solidFill>
              <a:effectLst/>
              <a:uFillTx/>
              <a:latin typeface="Arial"/>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600" b="0" u="none" strike="noStrike">
              <a:solidFill>
                <a:srgbClr val="000000"/>
              </a:solidFill>
              <a:effectLst/>
              <a:uFillTx/>
              <a:latin typeface="Arial"/>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600" b="0" u="none" strike="noStrike">
              <a:solidFill>
                <a:srgbClr val="000000"/>
              </a:solidFill>
              <a:effectLst/>
              <a:uFillTx/>
              <a:latin typeface="Arial"/>
            </a:endParaRPr>
          </a:p>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600" b="0" u="none" strike="noStrike">
              <a:solidFill>
                <a:srgbClr val="000000"/>
              </a:solidFill>
              <a:effectLst/>
              <a:uFillTx/>
              <a:latin typeface="Arial"/>
            </a:endParaRPr>
          </a:p>
        </p:txBody>
      </p:sp>
      <p:sp>
        <p:nvSpPr>
          <p:cNvPr id="40" name="Текстовое поле 2"/>
          <p:cNvSpPr/>
          <p:nvPr/>
        </p:nvSpPr>
        <p:spPr>
          <a:xfrm>
            <a:off x="8629560" y="1581120"/>
            <a:ext cx="2690640" cy="3620880"/>
          </a:xfrm>
          <a:prstGeom prst="rect">
            <a:avLst/>
          </a:prstGeom>
          <a:noFill/>
          <a:ln w="38160">
            <a:noFill/>
          </a:ln>
        </p:spPr>
        <p:style>
          <a:lnRef idx="0"/>
          <a:fillRef idx="0"/>
          <a:effectRef idx="0"/>
          <a:fontRef idx="minor"/>
        </p:style>
        <p:txBody>
          <a:bodyPr lIns="90000" tIns="46800" rIns="90000" bIns="46800" anchor="t">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3600" b="0" u="none" strike="noStrike">
                <a:solidFill>
                  <a:srgbClr val="FFFFFF"/>
                </a:solidFill>
                <a:effectLst/>
                <a:uFillTx/>
                <a:latin typeface="Cascadia Code SemiBold"/>
                <a:ea typeface="Lucida Grande"/>
              </a:rPr>
              <a:t>1) 1478 г.</a:t>
            </a:r>
            <a:endParaRPr lang="en-US" sz="3600" b="0" u="none" strike="noStrike">
              <a:solidFill>
                <a:srgbClr val="000000"/>
              </a:solidFill>
              <a:effectLst/>
              <a:uFillTx/>
              <a:latin typeface="Arial"/>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3600" b="0" u="none" strike="noStrike">
                <a:solidFill>
                  <a:srgbClr val="FFFFFF"/>
                </a:solidFill>
                <a:effectLst/>
                <a:uFillTx/>
                <a:latin typeface="Cascadia Code SemiBold"/>
                <a:ea typeface="Lucida Grande"/>
              </a:rPr>
              <a:t>2) 1551 г.</a:t>
            </a:r>
            <a:endParaRPr lang="en-US" sz="3600" b="0" u="none" strike="noStrike">
              <a:solidFill>
                <a:srgbClr val="000000"/>
              </a:solidFill>
              <a:effectLst/>
              <a:uFillTx/>
              <a:latin typeface="Arial"/>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3600" b="0" u="none" strike="noStrike">
                <a:solidFill>
                  <a:srgbClr val="FFFFFF"/>
                </a:solidFill>
                <a:effectLst/>
                <a:uFillTx/>
                <a:latin typeface="Cascadia Code SemiBold"/>
                <a:ea typeface="Lucida Grande"/>
              </a:rPr>
              <a:t>3) 1634 г.</a:t>
            </a:r>
            <a:endParaRPr lang="en-US" sz="3600" b="0" u="none" strike="noStrike">
              <a:solidFill>
                <a:srgbClr val="000000"/>
              </a:solidFill>
              <a:effectLst/>
              <a:uFillTx/>
              <a:latin typeface="Arial"/>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3600" b="0" u="none" strike="noStrike">
                <a:solidFill>
                  <a:srgbClr val="FFFFFF"/>
                </a:solidFill>
                <a:effectLst/>
                <a:uFillTx/>
                <a:latin typeface="Cascadia Code SemiBold"/>
                <a:ea typeface="Lucida Grande"/>
              </a:rPr>
              <a:t>4) 1708 г.</a:t>
            </a:r>
            <a:endParaRPr lang="en-US" sz="3600" b="0" u="none" strike="noStrike">
              <a:solidFill>
                <a:srgbClr val="000000"/>
              </a:solidFill>
              <a:effectLst/>
              <a:uFillTx/>
              <a:latin typeface="Arial"/>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3600" b="0" u="none" strike="noStrike">
                <a:solidFill>
                  <a:srgbClr val="FFFFFF"/>
                </a:solidFill>
                <a:effectLst/>
                <a:uFillTx/>
                <a:latin typeface="Cascadia Code SemiBold"/>
                <a:ea typeface="Lucida Grande"/>
              </a:rPr>
              <a:t>5) 1857 г.</a:t>
            </a:r>
            <a:endParaRPr lang="en-US" sz="3600" b="0" u="none" strike="noStrike">
              <a:solidFill>
                <a:srgbClr val="000000"/>
              </a:solidFill>
              <a:effectLst/>
              <a:uFillTx/>
              <a:latin typeface="Arial"/>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3600" b="0" u="none" strike="noStrike">
                <a:solidFill>
                  <a:srgbClr val="FFFFFF"/>
                </a:solidFill>
                <a:effectLst/>
                <a:uFillTx/>
                <a:latin typeface="Cascadia Code SemiBold"/>
                <a:ea typeface="Lucida Grande"/>
              </a:rPr>
              <a:t>6) 1918 г</a:t>
            </a:r>
            <a:r>
              <a:rPr lang="ru-RU" sz="2000" b="0" u="none" strike="noStrike">
                <a:solidFill>
                  <a:srgbClr val="FFFFFF"/>
                </a:solidFill>
                <a:effectLst/>
                <a:uFillTx/>
                <a:latin typeface="Cascadia Code SemiBold"/>
                <a:ea typeface="Lucida Grande"/>
              </a:rPr>
              <a:t>.</a:t>
            </a:r>
            <a:endParaRPr lang="en-US" sz="2000" b="0" u="none" strike="noStrike">
              <a:solidFill>
                <a:srgbClr val="000000"/>
              </a:solidFill>
              <a:effectLst/>
              <a:uFillTx/>
              <a:latin typeface="Arial"/>
            </a:endParaRPr>
          </a:p>
        </p:txBody>
      </p:sp>
    </p:spTree>
  </p:cSld>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41" name="Rectangle 4">
            <a:hlinkClick r:id="rId2" action="ppaction://hlinksldjump"/>
          </p:cNvPr>
          <p:cNvSpPr/>
          <p:nvPr/>
        </p:nvSpPr>
        <p:spPr>
          <a:xfrm>
            <a:off x="4011480" y="5719680"/>
            <a:ext cx="4166640" cy="474480"/>
          </a:xfrm>
          <a:prstGeom prst="rect">
            <a:avLst/>
          </a:prstGeom>
          <a:noFill/>
          <a:ln w="38160">
            <a:noFill/>
          </a:ln>
        </p:spPr>
        <p:style>
          <a:lnRef idx="0"/>
          <a:fillRef idx="0"/>
          <a:effectRef idx="0"/>
          <a:fontRef idx="minor"/>
        </p:style>
        <p:txBody>
          <a:bodyPr wrap="none"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2500" b="0" u="sng" strike="noStrike">
                <a:solidFill>
                  <a:srgbClr val="FFE699"/>
                </a:solidFill>
                <a:effectLst/>
                <a:uFillTx/>
                <a:latin typeface="Open Sans"/>
              </a:rPr>
              <a:t>Вернуться к выбору тем→</a:t>
            </a:r>
            <a:endParaRPr lang="en-US" sz="2500" b="0" u="none" strike="noStrike">
              <a:solidFill>
                <a:srgbClr val="000000"/>
              </a:solidFill>
              <a:effectLst/>
              <a:uFillTx/>
              <a:latin typeface="Arial"/>
            </a:endParaRPr>
          </a:p>
        </p:txBody>
      </p:sp>
      <p:sp>
        <p:nvSpPr>
          <p:cNvPr id="42" name="Текстовое поле 1"/>
          <p:cNvSpPr/>
          <p:nvPr/>
        </p:nvSpPr>
        <p:spPr>
          <a:xfrm>
            <a:off x="493560" y="831600"/>
            <a:ext cx="6095880" cy="301860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3200" b="0" u="none" strike="noStrike">
                <a:solidFill>
                  <a:srgbClr val="FFFFFF"/>
                </a:solidFill>
                <a:effectLst/>
                <a:uFillTx/>
                <a:latin typeface="Cascadia Code SemiBold"/>
                <a:ea typeface="Lucida Grande"/>
              </a:rPr>
              <a:t>A) битва при д. Лесной</a:t>
            </a:r>
            <a:endParaRPr lang="en-US" sz="3200" b="0" u="none" strike="noStrike">
              <a:solidFill>
                <a:srgbClr val="000000"/>
              </a:solidFill>
              <a:effectLst/>
              <a:uFillTx/>
              <a:latin typeface="Arial"/>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3200" b="0" u="none" strike="noStrike">
                <a:solidFill>
                  <a:srgbClr val="FFFFFF"/>
                </a:solidFill>
                <a:effectLst/>
                <a:uFillTx/>
                <a:latin typeface="Cascadia Code SemiBold"/>
                <a:ea typeface="Lucida Grande"/>
              </a:rPr>
              <a:t>Б) созыв Стоглавого собора</a:t>
            </a:r>
            <a:endParaRPr lang="en-US" sz="3200" b="0" u="none" strike="noStrike">
              <a:solidFill>
                <a:srgbClr val="000000"/>
              </a:solidFill>
              <a:effectLst/>
              <a:uFillTx/>
              <a:latin typeface="Arial"/>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3200" b="0" u="none" strike="noStrike">
                <a:solidFill>
                  <a:srgbClr val="FFFFFF"/>
                </a:solidFill>
                <a:effectLst/>
                <a:uFillTx/>
                <a:latin typeface="Cascadia Code SemiBold"/>
                <a:ea typeface="Lucida Grande"/>
              </a:rPr>
              <a:t>В) ликвидация военных поселений</a:t>
            </a:r>
            <a:endParaRPr lang="en-US" sz="3200" b="0" u="none" strike="noStrike">
              <a:solidFill>
                <a:srgbClr val="000000"/>
              </a:solidFill>
              <a:effectLst/>
              <a:uFillTx/>
              <a:latin typeface="Arial"/>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3200" b="0" u="none" strike="noStrike">
                <a:solidFill>
                  <a:srgbClr val="FFFFFF"/>
                </a:solidFill>
                <a:effectLst/>
                <a:uFillTx/>
                <a:latin typeface="Cascadia Code SemiBold"/>
                <a:ea typeface="Lucida Grande"/>
              </a:rPr>
              <a:t>Г) заключение Брестского мира</a:t>
            </a:r>
            <a:endParaRPr lang="en-US" sz="3200" b="0" u="none" strike="noStrike">
              <a:solidFill>
                <a:srgbClr val="000000"/>
              </a:solidFill>
              <a:effectLst/>
              <a:uFillTx/>
              <a:latin typeface="Arial"/>
            </a:endParaRPr>
          </a:p>
        </p:txBody>
      </p:sp>
      <p:sp>
        <p:nvSpPr>
          <p:cNvPr id="43" name="Текстовое поле 2"/>
          <p:cNvSpPr/>
          <p:nvPr/>
        </p:nvSpPr>
        <p:spPr>
          <a:xfrm>
            <a:off x="8794440" y="831600"/>
            <a:ext cx="3022560" cy="338580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3600" b="0" u="none" strike="noStrike">
                <a:solidFill>
                  <a:srgbClr val="FFFFFF"/>
                </a:solidFill>
                <a:effectLst/>
                <a:uFillTx/>
                <a:latin typeface="Cascadia Code SemiBold"/>
                <a:ea typeface="Lucida Grande"/>
              </a:rPr>
              <a:t>1) 1478 г.</a:t>
            </a:r>
            <a:endParaRPr lang="en-US" sz="3600" b="0" u="none" strike="noStrike">
              <a:solidFill>
                <a:srgbClr val="000000"/>
              </a:solidFill>
              <a:effectLst/>
              <a:uFillTx/>
              <a:latin typeface="Arial"/>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3600" b="0" u="none" strike="noStrike">
                <a:solidFill>
                  <a:srgbClr val="FFFFFF"/>
                </a:solidFill>
                <a:effectLst/>
                <a:uFillTx/>
                <a:latin typeface="Cascadia Code SemiBold"/>
                <a:ea typeface="Lucida Grande"/>
              </a:rPr>
              <a:t>2) 1551 г.</a:t>
            </a:r>
            <a:endParaRPr lang="en-US" sz="3600" b="0" u="none" strike="noStrike">
              <a:solidFill>
                <a:srgbClr val="000000"/>
              </a:solidFill>
              <a:effectLst/>
              <a:uFillTx/>
              <a:latin typeface="Arial"/>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3600" b="0" u="none" strike="noStrike">
                <a:solidFill>
                  <a:srgbClr val="FFFFFF"/>
                </a:solidFill>
                <a:effectLst/>
                <a:uFillTx/>
                <a:latin typeface="Cascadia Code SemiBold"/>
                <a:ea typeface="Lucida Grande"/>
              </a:rPr>
              <a:t>3) 1634 г.</a:t>
            </a:r>
            <a:endParaRPr lang="en-US" sz="3600" b="0" u="none" strike="noStrike">
              <a:solidFill>
                <a:srgbClr val="000000"/>
              </a:solidFill>
              <a:effectLst/>
              <a:uFillTx/>
              <a:latin typeface="Arial"/>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3600" b="0" u="none" strike="noStrike">
                <a:solidFill>
                  <a:srgbClr val="FFFFFF"/>
                </a:solidFill>
                <a:effectLst/>
                <a:uFillTx/>
                <a:latin typeface="Cascadia Code SemiBold"/>
                <a:ea typeface="Lucida Grande"/>
              </a:rPr>
              <a:t>4) 1708 г.</a:t>
            </a:r>
            <a:endParaRPr lang="en-US" sz="3600" b="0" u="none" strike="noStrike">
              <a:solidFill>
                <a:srgbClr val="000000"/>
              </a:solidFill>
              <a:effectLst/>
              <a:uFillTx/>
              <a:latin typeface="Arial"/>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3600" b="0" u="none" strike="noStrike">
                <a:solidFill>
                  <a:srgbClr val="FFFFFF"/>
                </a:solidFill>
                <a:effectLst/>
                <a:uFillTx/>
                <a:latin typeface="Cascadia Code SemiBold"/>
                <a:ea typeface="Lucida Grande"/>
              </a:rPr>
              <a:t>5) 1857 г.</a:t>
            </a:r>
            <a:endParaRPr lang="en-US" sz="3600" b="0" u="none" strike="noStrike">
              <a:solidFill>
                <a:srgbClr val="000000"/>
              </a:solidFill>
              <a:effectLst/>
              <a:uFillTx/>
              <a:latin typeface="Arial"/>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3600" b="0" u="none" strike="noStrike">
                <a:solidFill>
                  <a:srgbClr val="FFFFFF"/>
                </a:solidFill>
                <a:effectLst/>
                <a:uFillTx/>
                <a:latin typeface="Cascadia Code SemiBold"/>
                <a:ea typeface="Lucida Grande"/>
              </a:rPr>
              <a:t>6) 1918 г</a:t>
            </a:r>
            <a:r>
              <a:rPr lang="ru-RU" sz="2000" b="0" u="none" strike="noStrike">
                <a:solidFill>
                  <a:srgbClr val="FFFFFF"/>
                </a:solidFill>
                <a:effectLst/>
                <a:uFillTx/>
                <a:latin typeface="Cascadia Code SemiBold"/>
                <a:ea typeface="Lucida Grande"/>
              </a:rPr>
              <a:t>.</a:t>
            </a:r>
            <a:endParaRPr lang="en-US" sz="2000" b="0" u="none" strike="noStrike">
              <a:solidFill>
                <a:srgbClr val="000000"/>
              </a:solidFill>
              <a:effectLst/>
              <a:uFillTx/>
              <a:latin typeface="Arial"/>
            </a:endParaRPr>
          </a:p>
        </p:txBody>
      </p:sp>
      <p:cxnSp>
        <p:nvCxnSpPr>
          <p:cNvPr id="44" name="Прямая со стрелкой 3"/>
          <p:cNvCxnSpPr/>
          <p:nvPr/>
        </p:nvCxnSpPr>
        <p:spPr>
          <a:xfrm>
            <a:off x="5422320" y="1106280"/>
            <a:ext cx="3275640" cy="1613520"/>
          </a:xfrm>
          <a:prstGeom prst="straightConnector1">
            <a:avLst/>
          </a:prstGeom>
          <a:ln cap="rnd" w="31680">
            <a:solidFill>
              <a:srgbClr val="000000"/>
            </a:solidFill>
            <a:miter/>
            <a:tailEnd len="med" type="arrow" w="med"/>
          </a:ln>
        </p:spPr>
      </p:cxnSp>
      <p:cxnSp>
        <p:nvCxnSpPr>
          <p:cNvPr id="45" name="Прямая со стрелкой 6"/>
          <p:cNvCxnSpPr/>
          <p:nvPr/>
        </p:nvCxnSpPr>
        <p:spPr>
          <a:xfrm>
            <a:off x="5422320" y="1666800"/>
            <a:ext cx="3275640" cy="132480"/>
          </a:xfrm>
          <a:prstGeom prst="straightConnector1">
            <a:avLst/>
          </a:prstGeom>
          <a:ln cap="rnd" w="31680">
            <a:solidFill>
              <a:srgbClr val="000000"/>
            </a:solidFill>
            <a:miter/>
            <a:tailEnd len="med" type="arrow" w="med"/>
          </a:ln>
        </p:spPr>
      </p:cxnSp>
      <p:cxnSp>
        <p:nvCxnSpPr>
          <p:cNvPr id="46" name="Прямая со стрелкой 7"/>
          <p:cNvCxnSpPr/>
          <p:nvPr/>
        </p:nvCxnSpPr>
        <p:spPr>
          <a:xfrm>
            <a:off x="5040000" y="2250360"/>
            <a:ext cx="3658320" cy="1143720"/>
          </a:xfrm>
          <a:prstGeom prst="straightConnector1">
            <a:avLst/>
          </a:prstGeom>
          <a:ln cap="rnd" w="31680">
            <a:solidFill>
              <a:srgbClr val="000000"/>
            </a:solidFill>
            <a:miter/>
            <a:tailEnd len="med" type="arrow" w="med"/>
          </a:ln>
        </p:spPr>
      </p:cxnSp>
      <p:cxnSp>
        <p:nvCxnSpPr>
          <p:cNvPr id="47" name="Прямая со стрелкой 8"/>
          <p:cNvCxnSpPr/>
          <p:nvPr/>
        </p:nvCxnSpPr>
        <p:spPr>
          <a:xfrm>
            <a:off x="6217560" y="3147480"/>
            <a:ext cx="2421720" cy="741960"/>
          </a:xfrm>
          <a:prstGeom prst="straightConnector1">
            <a:avLst/>
          </a:prstGeom>
          <a:ln cap="rnd" w="31680">
            <a:solidFill>
              <a:srgbClr val="000000"/>
            </a:solidFill>
            <a:miter/>
            <a:tailEnd len="med" type="arrow" w="med"/>
          </a:ln>
        </p:spPr>
      </p:cxnSp>
    </p:spTree>
  </p:cSld>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pic>
        <p:nvPicPr>
          <p:cNvPr id="48" name="Picture 4"/>
          <p:cNvPicPr/>
          <p:nvPr/>
        </p:nvPicPr>
        <p:blipFill>
          <a:blip r:embed="rId2"/>
          <a:stretch/>
        </p:blipFill>
        <p:spPr>
          <a:xfrm>
            <a:off x="4836960" y="5499000"/>
            <a:ext cx="2351160" cy="806400"/>
          </a:xfrm>
          <a:prstGeom prst="rect">
            <a:avLst/>
          </a:prstGeom>
          <a:noFill/>
          <a:ln w="38160">
            <a:noFill/>
          </a:ln>
        </p:spPr>
      </p:pic>
      <p:sp>
        <p:nvSpPr>
          <p:cNvPr id="49" name="Rectangle 7">
            <a:hlinkClick r:id="rId3" action="ppaction://hlinksldjump"/>
          </p:cNvPr>
          <p:cNvSpPr/>
          <p:nvPr/>
        </p:nvSpPr>
        <p:spPr>
          <a:xfrm>
            <a:off x="5219280" y="5690880"/>
            <a:ext cx="1754280" cy="398520"/>
          </a:xfrm>
          <a:prstGeom prst="rect">
            <a:avLst/>
          </a:prstGeom>
          <a:noFill/>
          <a:ln w="38160">
            <a:noFill/>
          </a:ln>
        </p:spPr>
        <p:style>
          <a:lnRef idx="0"/>
          <a:fillRef idx="0"/>
          <a:effectRef idx="0"/>
          <a:fontRef idx="minor"/>
        </p:style>
        <p:txBody>
          <a:bodyPr wrap="none"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2000" b="0" u="none" strike="noStrike">
                <a:solidFill>
                  <a:srgbClr val="FFFFFF"/>
                </a:solidFill>
                <a:effectLst/>
                <a:uFillTx/>
                <a:latin typeface="Open Sans"/>
              </a:rPr>
              <a:t>Узнать ответ</a:t>
            </a:r>
            <a:endParaRPr lang="en-US" sz="2000" b="0" u="none" strike="noStrike">
              <a:solidFill>
                <a:srgbClr val="000000"/>
              </a:solidFill>
              <a:effectLst/>
              <a:uFillTx/>
              <a:latin typeface="Arial"/>
            </a:endParaRPr>
          </a:p>
        </p:txBody>
      </p:sp>
      <p:sp>
        <p:nvSpPr>
          <p:cNvPr id="50" name="Прямоугольник 2"/>
          <p:cNvSpPr/>
          <p:nvPr/>
        </p:nvSpPr>
        <p:spPr>
          <a:xfrm>
            <a:off x="2563560" y="1985760"/>
            <a:ext cx="7278840" cy="2226600"/>
          </a:xfrm>
          <a:prstGeom prst="rect">
            <a:avLst/>
          </a:prstGeom>
          <a:no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500" b="0" u="none" strike="noStrike">
                <a:solidFill>
                  <a:srgbClr val="FFFFFF"/>
                </a:solidFill>
                <a:effectLst/>
                <a:uFillTx/>
                <a:latin typeface="Cascadia Code SemiBold"/>
              </a:rPr>
              <a:t>Сколько субъектов РФ входят в состав Дальневосточного федерального округа?</a:t>
            </a:r>
            <a:endParaRPr lang="en-US" sz="3500" b="0" u="none" strike="noStrike">
              <a:solidFill>
                <a:srgbClr val="000000"/>
              </a:solidFill>
              <a:effectLst/>
              <a:uFillTx/>
              <a:latin typeface="Arial"/>
            </a:endParaRPr>
          </a:p>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3500" b="0" u="none" strike="noStrike">
              <a:solidFill>
                <a:srgbClr val="000000"/>
              </a:solidFill>
              <a:effectLst/>
              <a:uFillTx/>
              <a:latin typeface="Arial"/>
            </a:endParaRPr>
          </a:p>
        </p:txBody>
      </p:sp>
    </p:spTree>
  </p:cSld>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51" name="Rectangle 4">
            <a:hlinkClick r:id="rId2" action="ppaction://hlinksldjump"/>
          </p:cNvPr>
          <p:cNvSpPr/>
          <p:nvPr/>
        </p:nvSpPr>
        <p:spPr>
          <a:xfrm>
            <a:off x="7594560" y="5719680"/>
            <a:ext cx="4166640" cy="474480"/>
          </a:xfrm>
          <a:prstGeom prst="rect">
            <a:avLst/>
          </a:prstGeom>
          <a:noFill/>
          <a:ln w="38160">
            <a:noFill/>
          </a:ln>
        </p:spPr>
        <p:style>
          <a:lnRef idx="0"/>
          <a:fillRef idx="0"/>
          <a:effectRef idx="0"/>
          <a:fontRef idx="minor"/>
        </p:style>
        <p:txBody>
          <a:bodyPr wrap="none"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2500" b="0" u="sng" strike="noStrike">
                <a:solidFill>
                  <a:srgbClr val="FFE699"/>
                </a:solidFill>
                <a:effectLst/>
                <a:uFillTx/>
                <a:latin typeface="Open Sans"/>
              </a:rPr>
              <a:t>Вернуться к выбору тем→</a:t>
            </a:r>
            <a:endParaRPr lang="en-US" sz="2500" b="0" u="none" strike="noStrike">
              <a:solidFill>
                <a:srgbClr val="000000"/>
              </a:solidFill>
              <a:effectLst/>
              <a:uFillTx/>
              <a:latin typeface="Arial"/>
            </a:endParaRPr>
          </a:p>
        </p:txBody>
      </p:sp>
      <p:sp>
        <p:nvSpPr>
          <p:cNvPr id="52" name="PlaceHolder 1"/>
          <p:cNvSpPr>
            <a:spLocks noGrp="1"/>
          </p:cNvSpPr>
          <p:nvPr>
            <p:ph type="title"/>
          </p:nvPr>
        </p:nvSpPr>
        <p:spPr>
          <a:xfrm>
            <a:off x="715320" y="0"/>
            <a:ext cx="10760040" cy="1512720"/>
          </a:xfrm>
          <a:prstGeom prst="rect">
            <a:avLst/>
          </a:prstGeom>
          <a:noFill/>
          <a:ln w="0">
            <a:noFill/>
          </a:ln>
        </p:spPr>
        <p:txBody>
          <a:bodyPr lIns="91440" tIns="45720" rIns="91440" bIns="45720" anchor="ctr">
            <a:noAutofit/>
          </a:bodyPr>
          <a:p>
            <a:pPr indent="0" algn="ctr">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4400" b="0" u="none" strike="noStrike">
                <a:solidFill>
                  <a:srgbClr val="FFFFFF"/>
                </a:solidFill>
                <a:effectLst/>
                <a:uFillTx/>
                <a:latin typeface="Cascadia Code SemiBold"/>
              </a:rPr>
              <a:t>11</a:t>
            </a:r>
            <a:endParaRPr lang="en-US" sz="4400" b="0" u="none" strike="noStrike">
              <a:solidFill>
                <a:srgbClr val="44546A"/>
              </a:solidFill>
              <a:effectLst/>
              <a:uFillTx/>
              <a:latin typeface="Arial"/>
            </a:endParaRPr>
          </a:p>
        </p:txBody>
      </p:sp>
      <p:sp>
        <p:nvSpPr>
          <p:cNvPr id="53" name="Текстовое поле 1"/>
          <p:cNvSpPr/>
          <p:nvPr/>
        </p:nvSpPr>
        <p:spPr>
          <a:xfrm>
            <a:off x="847440" y="1231560"/>
            <a:ext cx="10507680" cy="3826080"/>
          </a:xfrm>
          <a:prstGeom prst="rect">
            <a:avLst/>
          </a:prstGeom>
          <a:noFill/>
          <a:ln w="38160">
            <a:noFill/>
          </a:ln>
        </p:spPr>
        <p:style>
          <a:lnRef idx="0"/>
          <a:fillRef idx="0"/>
          <a:effectRef idx="0"/>
          <a:fontRef idx="minor"/>
        </p:style>
        <p:txBody>
          <a:bodyPr lIns="90000" tIns="46800" rIns="90000" bIns="46800" anchor="t">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2400" b="0" u="none" strike="noStrike">
                <a:solidFill>
                  <a:srgbClr val="FFFFFF"/>
                </a:solidFill>
                <a:effectLst/>
                <a:uFillTx/>
                <a:latin typeface="Cascadia Code SemiBold"/>
                <a:ea typeface="YS Text"/>
              </a:rPr>
              <a:t>Приморский край, </a:t>
            </a:r>
            <a:endParaRPr lang="en-US" sz="2400" b="0" u="none" strike="noStrike">
              <a:solidFill>
                <a:srgbClr val="000000"/>
              </a:solidFill>
              <a:effectLst/>
              <a:uFillTx/>
              <a:latin typeface="Arial"/>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2400" b="0" u="none" strike="noStrike">
                <a:solidFill>
                  <a:srgbClr val="FFFFFF"/>
                </a:solidFill>
                <a:effectLst/>
                <a:uFillTx/>
                <a:latin typeface="Cascadia Code SemiBold"/>
                <a:ea typeface="YS Text"/>
              </a:rPr>
              <a:t>Хабаровский край, </a:t>
            </a:r>
            <a:endParaRPr lang="en-US" sz="2400" b="0" u="none" strike="noStrike">
              <a:solidFill>
                <a:srgbClr val="000000"/>
              </a:solidFill>
              <a:effectLst/>
              <a:uFillTx/>
              <a:latin typeface="Arial"/>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2400" b="0" u="none" strike="noStrike">
                <a:solidFill>
                  <a:srgbClr val="FFFFFF"/>
                </a:solidFill>
                <a:effectLst/>
                <a:uFillTx/>
                <a:latin typeface="Cascadia Code SemiBold"/>
                <a:ea typeface="YS Text"/>
              </a:rPr>
              <a:t>Камчатский край, </a:t>
            </a:r>
            <a:endParaRPr lang="en-US" sz="2400" b="0" u="none" strike="noStrike">
              <a:solidFill>
                <a:srgbClr val="000000"/>
              </a:solidFill>
              <a:effectLst/>
              <a:uFillTx/>
              <a:latin typeface="Arial"/>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2400" b="0" u="none" strike="noStrike">
                <a:solidFill>
                  <a:srgbClr val="FFFFFF"/>
                </a:solidFill>
                <a:effectLst/>
                <a:uFillTx/>
                <a:latin typeface="Cascadia Code SemiBold"/>
                <a:ea typeface="YS Text"/>
              </a:rPr>
              <a:t>Республика Саха (Якутия), </a:t>
            </a:r>
            <a:endParaRPr lang="en-US" sz="2400" b="0" u="none" strike="noStrike">
              <a:solidFill>
                <a:srgbClr val="000000"/>
              </a:solidFill>
              <a:effectLst/>
              <a:uFillTx/>
              <a:latin typeface="Arial"/>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2400" b="0" u="none" strike="noStrike">
                <a:solidFill>
                  <a:srgbClr val="FFFFFF"/>
                </a:solidFill>
                <a:effectLst/>
                <a:uFillTx/>
                <a:latin typeface="Cascadia Code SemiBold"/>
                <a:ea typeface="YS Text"/>
              </a:rPr>
              <a:t>Амурская область, </a:t>
            </a:r>
            <a:endParaRPr lang="en-US" sz="2400" b="0" u="none" strike="noStrike">
              <a:solidFill>
                <a:srgbClr val="000000"/>
              </a:solidFill>
              <a:effectLst/>
              <a:uFillTx/>
              <a:latin typeface="Arial"/>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2400" b="0" u="none" strike="noStrike">
                <a:solidFill>
                  <a:srgbClr val="FFFFFF"/>
                </a:solidFill>
                <a:effectLst/>
                <a:uFillTx/>
                <a:latin typeface="Cascadia Code SemiBold"/>
                <a:ea typeface="YS Text"/>
              </a:rPr>
              <a:t>Магаданская область, </a:t>
            </a:r>
            <a:endParaRPr lang="en-US" sz="2400" b="0" u="none" strike="noStrike">
              <a:solidFill>
                <a:srgbClr val="000000"/>
              </a:solidFill>
              <a:effectLst/>
              <a:uFillTx/>
              <a:latin typeface="Arial"/>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2400" b="0" u="none" strike="noStrike">
                <a:solidFill>
                  <a:srgbClr val="FFFFFF"/>
                </a:solidFill>
                <a:effectLst/>
                <a:uFillTx/>
                <a:latin typeface="Cascadia Code SemiBold"/>
                <a:ea typeface="YS Text"/>
              </a:rPr>
              <a:t>Сахалинская область, </a:t>
            </a:r>
            <a:endParaRPr lang="en-US" sz="2400" b="0" u="none" strike="noStrike">
              <a:solidFill>
                <a:srgbClr val="000000"/>
              </a:solidFill>
              <a:effectLst/>
              <a:uFillTx/>
              <a:latin typeface="Arial"/>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2400" b="0" u="none" strike="noStrike">
                <a:solidFill>
                  <a:srgbClr val="FFFFFF"/>
                </a:solidFill>
                <a:effectLst/>
                <a:uFillTx/>
                <a:latin typeface="Cascadia Code SemiBold"/>
                <a:ea typeface="YS Text"/>
              </a:rPr>
              <a:t>Еврейская автономная область, </a:t>
            </a:r>
            <a:endParaRPr lang="en-US" sz="2400" b="0" u="none" strike="noStrike">
              <a:solidFill>
                <a:srgbClr val="000000"/>
              </a:solidFill>
              <a:effectLst/>
              <a:uFillTx/>
              <a:latin typeface="Arial"/>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2400" b="0" u="none" strike="noStrike">
                <a:solidFill>
                  <a:srgbClr val="FFFFFF"/>
                </a:solidFill>
                <a:effectLst/>
                <a:uFillTx/>
                <a:latin typeface="Cascadia Code SemiBold"/>
                <a:ea typeface="YS Text"/>
              </a:rPr>
              <a:t>Чукотский автономный округ, </a:t>
            </a:r>
            <a:endParaRPr lang="en-US" sz="2400" b="0" u="none" strike="noStrike">
              <a:solidFill>
                <a:srgbClr val="000000"/>
              </a:solidFill>
              <a:effectLst/>
              <a:uFillTx/>
              <a:latin typeface="Arial"/>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2400" b="0" u="none" strike="noStrike">
                <a:solidFill>
                  <a:srgbClr val="FFFFFF"/>
                </a:solidFill>
                <a:effectLst/>
                <a:uFillTx/>
                <a:latin typeface="Cascadia Code SemiBold"/>
                <a:ea typeface="YS Text"/>
              </a:rPr>
              <a:t>Республика Бурятия </a:t>
            </a:r>
            <a:endParaRPr lang="en-US" sz="2400" b="0" u="none" strike="noStrike">
              <a:solidFill>
                <a:srgbClr val="000000"/>
              </a:solidFill>
              <a:effectLst/>
              <a:uFillTx/>
              <a:latin typeface="Arial"/>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2400" b="0" u="none" strike="noStrike">
                <a:solidFill>
                  <a:srgbClr val="FFFFFF"/>
                </a:solidFill>
                <a:effectLst/>
                <a:uFillTx/>
                <a:latin typeface="Cascadia Code SemiBold"/>
                <a:ea typeface="YS Text"/>
              </a:rPr>
              <a:t>Забайкальский край.</a:t>
            </a:r>
            <a:endParaRPr lang="en-US" sz="2400" b="0" u="none" strike="noStrike">
              <a:solidFill>
                <a:srgbClr val="000000"/>
              </a:solidFill>
              <a:effectLst/>
              <a:uFillTx/>
              <a:latin typeface="Arial"/>
            </a:endParaRPr>
          </a:p>
        </p:txBody>
      </p:sp>
    </p:spTree>
  </p:cSld>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pic>
        <p:nvPicPr>
          <p:cNvPr id="54" name="Picture 4"/>
          <p:cNvPicPr/>
          <p:nvPr/>
        </p:nvPicPr>
        <p:blipFill>
          <a:blip r:embed="rId2"/>
          <a:stretch/>
        </p:blipFill>
        <p:spPr>
          <a:xfrm>
            <a:off x="9428040" y="5898960"/>
            <a:ext cx="2351160" cy="806400"/>
          </a:xfrm>
          <a:prstGeom prst="rect">
            <a:avLst/>
          </a:prstGeom>
          <a:noFill/>
          <a:ln w="38160">
            <a:noFill/>
          </a:ln>
        </p:spPr>
      </p:pic>
      <p:sp>
        <p:nvSpPr>
          <p:cNvPr id="55" name="Rectangle 7">
            <a:hlinkClick r:id="rId3" action="ppaction://hlinksldjump"/>
          </p:cNvPr>
          <p:cNvSpPr/>
          <p:nvPr/>
        </p:nvSpPr>
        <p:spPr>
          <a:xfrm>
            <a:off x="9828720" y="6103800"/>
            <a:ext cx="1754280" cy="398520"/>
          </a:xfrm>
          <a:prstGeom prst="rect">
            <a:avLst/>
          </a:prstGeom>
          <a:noFill/>
          <a:ln w="38160">
            <a:noFill/>
          </a:ln>
        </p:spPr>
        <p:style>
          <a:lnRef idx="0"/>
          <a:fillRef idx="0"/>
          <a:effectRef idx="0"/>
          <a:fontRef idx="minor"/>
        </p:style>
        <p:txBody>
          <a:bodyPr wrap="none"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2000" b="0" u="none" strike="noStrike">
                <a:solidFill>
                  <a:srgbClr val="FFFFFF"/>
                </a:solidFill>
                <a:effectLst/>
                <a:uFillTx/>
                <a:latin typeface="Open Sans"/>
              </a:rPr>
              <a:t>Узнать ответ</a:t>
            </a:r>
            <a:endParaRPr lang="en-US" sz="2000" b="0" u="none" strike="noStrike">
              <a:solidFill>
                <a:srgbClr val="000000"/>
              </a:solidFill>
              <a:effectLst/>
              <a:uFillTx/>
              <a:latin typeface="Arial"/>
            </a:endParaRPr>
          </a:p>
        </p:txBody>
      </p:sp>
      <p:sp>
        <p:nvSpPr>
          <p:cNvPr id="56" name="Прямоугольник 2"/>
          <p:cNvSpPr/>
          <p:nvPr/>
        </p:nvSpPr>
        <p:spPr>
          <a:xfrm>
            <a:off x="493560" y="504720"/>
            <a:ext cx="11285640" cy="6759360"/>
          </a:xfrm>
          <a:prstGeom prst="rect">
            <a:avLst/>
          </a:prstGeom>
          <a:noFill/>
          <a:ln w="38160">
            <a:noFill/>
          </a:ln>
        </p:spPr>
        <p:style>
          <a:lnRef idx="0"/>
          <a:fillRef idx="0"/>
          <a:effectRef idx="0"/>
          <a:fontRef idx="minor"/>
        </p:style>
        <p:txBody>
          <a:bodyPr lIns="90000" tIns="46800" rIns="90000" bIns="46800" anchor="t">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500" b="0" u="none" strike="noStrike">
                <a:solidFill>
                  <a:srgbClr val="FFFFFF"/>
                </a:solidFill>
                <a:effectLst/>
                <a:uFillTx/>
                <a:latin typeface="Open Sans"/>
              </a:rPr>
              <a:t> </a:t>
            </a:r>
            <a:r>
              <a:rPr lang="ru-RU" sz="3500" b="0" u="none" strike="noStrike">
                <a:solidFill>
                  <a:srgbClr val="FFFFFF"/>
                </a:solidFill>
                <a:effectLst/>
                <a:uFillTx/>
                <a:latin typeface="Open Sans"/>
              </a:rPr>
              <a:t>О ком эти строки?</a:t>
            </a:r>
            <a:endParaRPr lang="en-US" sz="3500" b="0" u="none" strike="noStrike">
              <a:solidFill>
                <a:srgbClr val="000000"/>
              </a:solidFill>
              <a:effectLst/>
              <a:uFillTx/>
              <a:latin typeface="Arial"/>
            </a:endParaRPr>
          </a:p>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3500" b="0" u="none" strike="noStrike">
              <a:solidFill>
                <a:srgbClr val="000000"/>
              </a:solidFill>
              <a:effectLst/>
              <a:uFillTx/>
              <a:latin typeface="Arial"/>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2400" b="0" u="none" strike="noStrike">
                <a:solidFill>
                  <a:srgbClr val="FFFFFF"/>
                </a:solidFill>
                <a:effectLst/>
                <a:uFillTx/>
                <a:latin typeface="Cascadia Code SemiBold"/>
              </a:rPr>
              <a:t>«</a:t>
            </a:r>
            <a:r>
              <a:rPr lang="en-US" sz="2400" b="0" u="none" strike="noStrike">
                <a:solidFill>
                  <a:srgbClr val="FFFFFF"/>
                </a:solidFill>
                <a:effectLst/>
                <a:uFillTx/>
                <a:latin typeface="Cascadia Code SemiBold"/>
              </a:rPr>
              <a:t>Директор Хабаровского краеведческого музея имени Н. И. Гродекова в 1910—1919 и 1924—1925 годах. Офицер Русской императорской армии: за 26 лет военной службы прошёл путь от вольноопределяющегося и подпрапорщика до подполковника. Состоя на службе офицером для особых поручений при приамурском генерал-губернаторе Н. Л. Гондатти, в 1911—1915 годах разработал и лично возглавил ряд секретных экспедиций по борьбе с хунхузами (китайскими бандитами), нелегальными иммигрантами и лесными браконьерами</a:t>
            </a:r>
            <a:r>
              <a:rPr lang="ru-RU" sz="2400" b="0" u="none" strike="noStrike">
                <a:solidFill>
                  <a:srgbClr val="FFFFFF"/>
                </a:solidFill>
                <a:effectLst/>
                <a:uFillTx/>
                <a:latin typeface="Cascadia Code SemiBold"/>
              </a:rPr>
              <a:t>.Д</a:t>
            </a:r>
            <a:r>
              <a:rPr lang="en-US" sz="2400" b="0" u="none" strike="noStrike">
                <a:solidFill>
                  <a:srgbClr val="FFFFFF"/>
                </a:solidFill>
                <a:effectLst/>
                <a:uFillTx/>
                <a:latin typeface="Cascadia Code SemiBold"/>
              </a:rPr>
              <a:t>ействительный член Общества изучения Амурского края, Императорского Русского Географического Общества, Вашингтонского Национального географического общества и множества других научных организаций.</a:t>
            </a:r>
            <a:endParaRPr lang="en-US" sz="2400" b="0" u="none" strike="noStrike">
              <a:solidFill>
                <a:srgbClr val="000000"/>
              </a:solidFill>
              <a:effectLst/>
              <a:uFillTx/>
              <a:latin typeface="Arial"/>
            </a:endParaRPr>
          </a:p>
        </p:txBody>
      </p:sp>
    </p:spTree>
  </p:cSld>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57" name="Rectangle 4">
            <a:hlinkClick r:id="rId2" action="ppaction://hlinksldjump"/>
          </p:cNvPr>
          <p:cNvSpPr/>
          <p:nvPr/>
        </p:nvSpPr>
        <p:spPr>
          <a:xfrm>
            <a:off x="4011480" y="5719680"/>
            <a:ext cx="4166640" cy="474480"/>
          </a:xfrm>
          <a:prstGeom prst="rect">
            <a:avLst/>
          </a:prstGeom>
          <a:noFill/>
          <a:ln w="38160">
            <a:noFill/>
          </a:ln>
        </p:spPr>
        <p:style>
          <a:lnRef idx="0"/>
          <a:fillRef idx="0"/>
          <a:effectRef idx="0"/>
          <a:fontRef idx="minor"/>
        </p:style>
        <p:txBody>
          <a:bodyPr wrap="none"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2500" b="0" u="sng" strike="noStrike">
                <a:solidFill>
                  <a:srgbClr val="FFE699"/>
                </a:solidFill>
                <a:effectLst/>
                <a:uFillTx/>
                <a:latin typeface="Open Sans"/>
              </a:rPr>
              <a:t>Вернуться к выбору тем→</a:t>
            </a:r>
            <a:endParaRPr lang="en-US" sz="2500" b="0" u="none" strike="noStrike">
              <a:solidFill>
                <a:srgbClr val="000000"/>
              </a:solidFill>
              <a:effectLst/>
              <a:uFillTx/>
              <a:latin typeface="Arial"/>
            </a:endParaRPr>
          </a:p>
        </p:txBody>
      </p:sp>
      <p:sp>
        <p:nvSpPr>
          <p:cNvPr id="58" name="PlaceHolder 1"/>
          <p:cNvSpPr>
            <a:spLocks noGrp="1"/>
          </p:cNvSpPr>
          <p:nvPr>
            <p:ph type="title"/>
          </p:nvPr>
        </p:nvSpPr>
        <p:spPr>
          <a:xfrm>
            <a:off x="798120" y="185040"/>
            <a:ext cx="10760040" cy="1513080"/>
          </a:xfrm>
          <a:prstGeom prst="rect">
            <a:avLst/>
          </a:prstGeom>
          <a:noFill/>
          <a:ln w="0">
            <a:noFill/>
          </a:ln>
        </p:spPr>
        <p:txBody>
          <a:bodyPr lIns="91440" tIns="45720" rIns="91440" bIns="45720" anchor="ctr">
            <a:noAutofit/>
          </a:bodyPr>
          <a:p>
            <a:pPr indent="0" algn="ctr">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4000" b="0" u="none" strike="noStrike">
                <a:solidFill>
                  <a:srgbClr val="FFFFFF"/>
                </a:solidFill>
                <a:effectLst/>
                <a:uFillTx/>
                <a:latin typeface="Cascadia Code SemiBold"/>
              </a:rPr>
              <a:t>Владимир Клавдиевич Арсеньев</a:t>
            </a:r>
            <a:endParaRPr lang="en-US" sz="4000" b="0" u="none" strike="noStrike">
              <a:solidFill>
                <a:srgbClr val="44546A"/>
              </a:solidFill>
              <a:effectLst/>
              <a:uFillTx/>
              <a:latin typeface="Arial"/>
            </a:endParaRPr>
          </a:p>
        </p:txBody>
      </p:sp>
      <p:pic>
        <p:nvPicPr>
          <p:cNvPr id="59" name="Изображение 2" descr="арсеньев"/>
          <p:cNvPicPr/>
          <p:nvPr/>
        </p:nvPicPr>
        <p:blipFill>
          <a:blip r:embed="rId3"/>
          <a:stretch/>
        </p:blipFill>
        <p:spPr>
          <a:xfrm>
            <a:off x="4835520" y="1422360"/>
            <a:ext cx="2531880" cy="4012920"/>
          </a:xfrm>
          <a:prstGeom prst="rect">
            <a:avLst/>
          </a:prstGeom>
          <a:noFill/>
          <a:ln w="38160">
            <a:noFill/>
          </a:ln>
        </p:spPr>
      </p:pic>
    </p:spTree>
  </p:cSld>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pic>
        <p:nvPicPr>
          <p:cNvPr id="60" name="Picture 4"/>
          <p:cNvPicPr/>
          <p:nvPr/>
        </p:nvPicPr>
        <p:blipFill>
          <a:blip r:embed="rId2"/>
          <a:stretch/>
        </p:blipFill>
        <p:spPr>
          <a:xfrm>
            <a:off x="230040" y="5814720"/>
            <a:ext cx="2351160" cy="806400"/>
          </a:xfrm>
          <a:prstGeom prst="rect">
            <a:avLst/>
          </a:prstGeom>
          <a:noFill/>
          <a:ln w="38160">
            <a:noFill/>
          </a:ln>
        </p:spPr>
      </p:pic>
      <p:sp>
        <p:nvSpPr>
          <p:cNvPr id="61" name="Rectangle 7">
            <a:hlinkClick r:id="rId3" action="ppaction://hlinksldjump"/>
          </p:cNvPr>
          <p:cNvSpPr/>
          <p:nvPr/>
        </p:nvSpPr>
        <p:spPr>
          <a:xfrm>
            <a:off x="641160" y="6018120"/>
            <a:ext cx="1754280" cy="398520"/>
          </a:xfrm>
          <a:prstGeom prst="rect">
            <a:avLst/>
          </a:prstGeom>
          <a:noFill/>
          <a:ln w="38160">
            <a:noFill/>
          </a:ln>
        </p:spPr>
        <p:style>
          <a:lnRef idx="0"/>
          <a:fillRef idx="0"/>
          <a:effectRef idx="0"/>
          <a:fontRef idx="minor"/>
        </p:style>
        <p:txBody>
          <a:bodyPr wrap="none"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2000" b="0" u="none" strike="noStrike">
                <a:solidFill>
                  <a:srgbClr val="FFFFFF"/>
                </a:solidFill>
                <a:effectLst/>
                <a:uFillTx/>
                <a:latin typeface="Open Sans"/>
              </a:rPr>
              <a:t>Узнать ответ</a:t>
            </a:r>
            <a:endParaRPr lang="en-US" sz="2000" b="0" u="none" strike="noStrike">
              <a:solidFill>
                <a:srgbClr val="000000"/>
              </a:solidFill>
              <a:effectLst/>
              <a:uFillTx/>
              <a:latin typeface="Arial"/>
            </a:endParaRPr>
          </a:p>
        </p:txBody>
      </p:sp>
      <p:sp>
        <p:nvSpPr>
          <p:cNvPr id="62" name="Прямоугольник 2"/>
          <p:cNvSpPr/>
          <p:nvPr/>
        </p:nvSpPr>
        <p:spPr>
          <a:xfrm>
            <a:off x="2415960" y="276120"/>
            <a:ext cx="7278840" cy="627120"/>
          </a:xfrm>
          <a:prstGeom prst="rect">
            <a:avLst/>
          </a:prstGeom>
          <a:no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3500" b="0" u="none" strike="noStrike">
                <a:solidFill>
                  <a:srgbClr val="FFFFFF"/>
                </a:solidFill>
                <a:effectLst/>
                <a:uFillTx/>
                <a:latin typeface="Cascadia Code SemiBold"/>
              </a:rPr>
              <a:t>Соотнесите  </a:t>
            </a:r>
            <a:endParaRPr lang="en-US" sz="3500" b="0" u="none" strike="noStrike">
              <a:solidFill>
                <a:srgbClr val="000000"/>
              </a:solidFill>
              <a:effectLst/>
              <a:uFillTx/>
              <a:latin typeface="Arial"/>
            </a:endParaRPr>
          </a:p>
        </p:txBody>
      </p:sp>
      <p:sp>
        <p:nvSpPr>
          <p:cNvPr id="63" name="Текстовое поле 1"/>
          <p:cNvSpPr/>
          <p:nvPr/>
        </p:nvSpPr>
        <p:spPr>
          <a:xfrm>
            <a:off x="0" y="1052280"/>
            <a:ext cx="6095880" cy="3077640"/>
          </a:xfrm>
          <a:prstGeom prst="rect">
            <a:avLst/>
          </a:prstGeom>
          <a:noFill/>
          <a:ln w="38160">
            <a:noFill/>
          </a:ln>
        </p:spPr>
        <p:style>
          <a:lnRef idx="0"/>
          <a:fillRef idx="0"/>
          <a:effectRef idx="0"/>
          <a:fontRef idx="minor"/>
        </p:style>
        <p:txBody>
          <a:bodyPr lIns="90000" tIns="46800" rIns="90000" bIns="46800" anchor="t">
            <a:spAutoFit/>
          </a:bodyPr>
          <a:p>
            <a:pPr>
              <a:lnSpc>
                <a:spcPct val="100000"/>
              </a:lnSpc>
              <a:buClr>
                <a:srgbClr val="F9FAFB"/>
              </a:buClr>
              <a:buFont typeface="Cascadia Code SemiBold"/>
              <a:buAutoNum type="arabicPeriod"/>
              <a:tabLst>
                <a:tab pos="914400" algn="l"/>
                <a:tab pos="1828800" algn="l"/>
                <a:tab pos="2743200" algn="l"/>
                <a:tab pos="3657600" algn="l"/>
                <a:tab pos="4572000" algn="l"/>
                <a:tab pos="5486400" algn="l"/>
                <a:tab pos="6400800" algn="l"/>
                <a:tab pos="7315200" algn="l"/>
                <a:tab pos="8229600" algn="l"/>
                <a:tab pos="9144000" algn="l"/>
                <a:tab pos="10058400" algn="l"/>
              </a:tabLst>
            </a:pPr>
            <a:r>
              <a:rPr lang="ru-RU" sz="2800" b="0" u="none" strike="noStrike">
                <a:solidFill>
                  <a:srgbClr val="F9FAFB"/>
                </a:solidFill>
                <a:effectLst/>
                <a:uFillTx/>
                <a:latin typeface="Cascadia Code SemiBold"/>
                <a:ea typeface="quote-cjk-patch"/>
              </a:rPr>
              <a:t>Полуостров Камчатка</a:t>
            </a:r>
            <a:endParaRPr lang="en-US" sz="2800" b="0" u="none" strike="noStrike">
              <a:solidFill>
                <a:srgbClr val="000000"/>
              </a:solidFill>
              <a:effectLst/>
              <a:uFillTx/>
              <a:latin typeface="Arial"/>
            </a:endParaRPr>
          </a:p>
          <a:p>
            <a:pPr>
              <a:lnSpc>
                <a:spcPct val="100000"/>
              </a:lnSpc>
              <a:buClr>
                <a:srgbClr val="F9FAFB"/>
              </a:buClr>
              <a:buFont typeface="Cascadia Code SemiBold"/>
              <a:buAutoNum type="arabicPeriod"/>
              <a:tabLst>
                <a:tab pos="914400" algn="l"/>
                <a:tab pos="1828800" algn="l"/>
                <a:tab pos="2743200" algn="l"/>
                <a:tab pos="3657600" algn="l"/>
                <a:tab pos="4572000" algn="l"/>
                <a:tab pos="5486400" algn="l"/>
                <a:tab pos="6400800" algn="l"/>
                <a:tab pos="7315200" algn="l"/>
                <a:tab pos="8229600" algn="l"/>
                <a:tab pos="9144000" algn="l"/>
                <a:tab pos="10058400" algn="l"/>
              </a:tabLst>
            </a:pPr>
            <a:r>
              <a:rPr lang="ru-RU" sz="2800" b="0" u="none" strike="noStrike">
                <a:solidFill>
                  <a:srgbClr val="F9FAFB"/>
                </a:solidFill>
                <a:effectLst/>
                <a:uFillTx/>
                <a:latin typeface="Cascadia Code SemiBold"/>
                <a:ea typeface="quote-cjk-patch"/>
              </a:rPr>
              <a:t>Река Амур</a:t>
            </a:r>
            <a:endParaRPr lang="en-US" sz="2800" b="0" u="none" strike="noStrike">
              <a:solidFill>
                <a:srgbClr val="000000"/>
              </a:solidFill>
              <a:effectLst/>
              <a:uFillTx/>
              <a:latin typeface="Arial"/>
            </a:endParaRPr>
          </a:p>
          <a:p>
            <a:pPr>
              <a:lnSpc>
                <a:spcPct val="100000"/>
              </a:lnSpc>
              <a:buClr>
                <a:srgbClr val="F9FAFB"/>
              </a:buClr>
              <a:buFont typeface="Cascadia Code SemiBold"/>
              <a:buAutoNum type="arabicPeriod"/>
              <a:tabLst>
                <a:tab pos="914400" algn="l"/>
                <a:tab pos="1828800" algn="l"/>
                <a:tab pos="2743200" algn="l"/>
                <a:tab pos="3657600" algn="l"/>
                <a:tab pos="4572000" algn="l"/>
                <a:tab pos="5486400" algn="l"/>
                <a:tab pos="6400800" algn="l"/>
                <a:tab pos="7315200" algn="l"/>
                <a:tab pos="8229600" algn="l"/>
                <a:tab pos="9144000" algn="l"/>
                <a:tab pos="10058400" algn="l"/>
              </a:tabLst>
            </a:pPr>
            <a:r>
              <a:rPr lang="ru-RU" sz="2800" b="0" u="none" strike="noStrike">
                <a:solidFill>
                  <a:srgbClr val="F9FAFB"/>
                </a:solidFill>
                <a:effectLst/>
                <a:uFillTx/>
                <a:latin typeface="Cascadia Code SemiBold"/>
                <a:ea typeface="quote-cjk-patch"/>
              </a:rPr>
              <a:t>Остров Сахалин</a:t>
            </a:r>
            <a:endParaRPr lang="en-US" sz="2800" b="0" u="none" strike="noStrike">
              <a:solidFill>
                <a:srgbClr val="000000"/>
              </a:solidFill>
              <a:effectLst/>
              <a:uFillTx/>
              <a:latin typeface="Arial"/>
            </a:endParaRPr>
          </a:p>
          <a:p>
            <a:pPr>
              <a:lnSpc>
                <a:spcPct val="100000"/>
              </a:lnSpc>
              <a:buClr>
                <a:srgbClr val="F9FAFB"/>
              </a:buClr>
              <a:buFont typeface="Cascadia Code SemiBold"/>
              <a:buAutoNum type="arabicPeriod"/>
              <a:tabLst>
                <a:tab pos="914400" algn="l"/>
                <a:tab pos="1828800" algn="l"/>
                <a:tab pos="2743200" algn="l"/>
                <a:tab pos="3657600" algn="l"/>
                <a:tab pos="4572000" algn="l"/>
                <a:tab pos="5486400" algn="l"/>
                <a:tab pos="6400800" algn="l"/>
                <a:tab pos="7315200" algn="l"/>
                <a:tab pos="8229600" algn="l"/>
                <a:tab pos="9144000" algn="l"/>
                <a:tab pos="10058400" algn="l"/>
              </a:tabLst>
            </a:pPr>
            <a:r>
              <a:rPr lang="ru-RU" sz="2800" b="0" u="none" strike="noStrike">
                <a:solidFill>
                  <a:srgbClr val="F9FAFB"/>
                </a:solidFill>
                <a:effectLst/>
                <a:uFillTx/>
                <a:latin typeface="Cascadia Code SemiBold"/>
                <a:ea typeface="quote-cjk-patch"/>
              </a:rPr>
              <a:t>Залив Петра Великого</a:t>
            </a:r>
            <a:endParaRPr lang="en-US" sz="2800" b="0" u="none" strike="noStrike">
              <a:solidFill>
                <a:srgbClr val="000000"/>
              </a:solidFill>
              <a:effectLst/>
              <a:uFillTx/>
              <a:latin typeface="Arial"/>
            </a:endParaRPr>
          </a:p>
          <a:p>
            <a:pPr>
              <a:lnSpc>
                <a:spcPct val="100000"/>
              </a:lnSpc>
              <a:buClr>
                <a:srgbClr val="F9FAFB"/>
              </a:buClr>
              <a:buFont typeface="Cascadia Code SemiBold"/>
              <a:buAutoNum type="arabicPeriod"/>
              <a:tabLst>
                <a:tab pos="914400" algn="l"/>
                <a:tab pos="1828800" algn="l"/>
                <a:tab pos="2743200" algn="l"/>
                <a:tab pos="3657600" algn="l"/>
                <a:tab pos="4572000" algn="l"/>
                <a:tab pos="5486400" algn="l"/>
                <a:tab pos="6400800" algn="l"/>
                <a:tab pos="7315200" algn="l"/>
                <a:tab pos="8229600" algn="l"/>
                <a:tab pos="9144000" algn="l"/>
                <a:tab pos="10058400" algn="l"/>
              </a:tabLst>
            </a:pPr>
            <a:r>
              <a:rPr lang="ru-RU" sz="2800" b="0" u="none" strike="noStrike">
                <a:solidFill>
                  <a:srgbClr val="F9FAFB"/>
                </a:solidFill>
                <a:effectLst/>
                <a:uFillTx/>
                <a:latin typeface="Cascadia Code SemiBold"/>
                <a:ea typeface="quote-cjk-patch"/>
              </a:rPr>
              <a:t>Чукотский полуостров</a:t>
            </a:r>
            <a:endParaRPr lang="en-US" sz="2800" b="0" u="none" strike="noStrike">
              <a:solidFill>
                <a:srgbClr val="000000"/>
              </a:solidFill>
              <a:effectLst/>
              <a:uFillTx/>
              <a:latin typeface="Arial"/>
            </a:endParaRPr>
          </a:p>
          <a:p>
            <a:pPr>
              <a:lnSpc>
                <a:spcPct val="100000"/>
              </a:lnSpc>
              <a:buClr>
                <a:srgbClr val="F9FAFB"/>
              </a:buClr>
              <a:buFont typeface="Cascadia Code SemiBold"/>
              <a:buAutoNum type="arabicPeriod"/>
              <a:tabLst>
                <a:tab pos="914400" algn="l"/>
                <a:tab pos="1828800" algn="l"/>
                <a:tab pos="2743200" algn="l"/>
                <a:tab pos="3657600" algn="l"/>
                <a:tab pos="4572000" algn="l"/>
                <a:tab pos="5486400" algn="l"/>
                <a:tab pos="6400800" algn="l"/>
                <a:tab pos="7315200" algn="l"/>
                <a:tab pos="8229600" algn="l"/>
                <a:tab pos="9144000" algn="l"/>
                <a:tab pos="10058400" algn="l"/>
              </a:tabLst>
            </a:pPr>
            <a:r>
              <a:rPr lang="ru-RU" sz="2800" b="0" u="none" strike="noStrike">
                <a:solidFill>
                  <a:srgbClr val="F9FAFB"/>
                </a:solidFill>
                <a:effectLst/>
                <a:uFillTx/>
                <a:latin typeface="Cascadia Code SemiBold"/>
                <a:ea typeface="quote-cjk-patch"/>
              </a:rPr>
              <a:t>Город Хабаровск</a:t>
            </a:r>
            <a:endParaRPr lang="en-US" sz="2800" b="0" u="none" strike="noStrike">
              <a:solidFill>
                <a:srgbClr val="000000"/>
              </a:solidFill>
              <a:effectLst/>
              <a:uFillTx/>
              <a:latin typeface="Arial"/>
            </a:endParaRPr>
          </a:p>
          <a:p>
            <a:pPr>
              <a:lnSpc>
                <a:spcPct val="100000"/>
              </a:lnSpc>
              <a:buClr>
                <a:srgbClr val="F9FAFB"/>
              </a:buClr>
              <a:buFont typeface="Cascadia Code SemiBold"/>
              <a:buAutoNum type="arabicPeriod"/>
              <a:tabLst>
                <a:tab pos="914400" algn="l"/>
                <a:tab pos="1828800" algn="l"/>
                <a:tab pos="2743200" algn="l"/>
                <a:tab pos="3657600" algn="l"/>
                <a:tab pos="4572000" algn="l"/>
                <a:tab pos="5486400" algn="l"/>
                <a:tab pos="6400800" algn="l"/>
                <a:tab pos="7315200" algn="l"/>
                <a:tab pos="8229600" algn="l"/>
                <a:tab pos="9144000" algn="l"/>
                <a:tab pos="10058400" algn="l"/>
              </a:tabLst>
            </a:pPr>
            <a:r>
              <a:rPr lang="ru-RU" sz="2800" b="0" u="none" strike="noStrike">
                <a:solidFill>
                  <a:srgbClr val="F9FAFB"/>
                </a:solidFill>
                <a:effectLst/>
                <a:uFillTx/>
                <a:latin typeface="Cascadia Code SemiBold"/>
                <a:ea typeface="quote-cjk-patch"/>
              </a:rPr>
              <a:t>Остров Даманский</a:t>
            </a:r>
            <a:endParaRPr lang="en-US" sz="2800" b="0" u="none" strike="noStrike">
              <a:solidFill>
                <a:srgbClr val="000000"/>
              </a:solidFill>
              <a:effectLst/>
              <a:uFillTx/>
              <a:latin typeface="Arial"/>
            </a:endParaRPr>
          </a:p>
        </p:txBody>
      </p:sp>
      <p:sp>
        <p:nvSpPr>
          <p:cNvPr id="64" name="Текстовое поле 2"/>
          <p:cNvSpPr/>
          <p:nvPr/>
        </p:nvSpPr>
        <p:spPr>
          <a:xfrm>
            <a:off x="6802200" y="1052280"/>
            <a:ext cx="5245200" cy="6224760"/>
          </a:xfrm>
          <a:prstGeom prst="rect">
            <a:avLst/>
          </a:prstGeom>
          <a:noFill/>
          <a:ln w="38160">
            <a:noFill/>
          </a:ln>
        </p:spPr>
        <p:style>
          <a:lnRef idx="0"/>
          <a:fillRef idx="0"/>
          <a:effectRef idx="0"/>
          <a:fontRef idx="minor"/>
        </p:style>
        <p:txBody>
          <a:bodyPr lIns="90000" tIns="46800" rIns="90000" bIns="46800" anchor="t">
            <a:noAutofit/>
          </a:bodyPr>
          <a:p>
            <a:pPr>
              <a:lnSpc>
                <a:spcPct val="100000"/>
              </a:lnSpc>
              <a:buClr>
                <a:srgbClr val="F9FAFB"/>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ru-RU" sz="2100" b="0" u="none" strike="noStrike">
                <a:solidFill>
                  <a:srgbClr val="F9FAFB"/>
                </a:solidFill>
                <a:effectLst/>
                <a:uFillTx/>
                <a:latin typeface="Cascadia Code SemiBold"/>
                <a:ea typeface="quote-cjk-patch"/>
              </a:rPr>
              <a:t>А) Место военного конфликта между СССР и Китаем в 1969 году.</a:t>
            </a:r>
            <a:endParaRPr lang="en-US" sz="2100" b="0" u="none" strike="noStrike">
              <a:solidFill>
                <a:srgbClr val="000000"/>
              </a:solidFill>
              <a:effectLst/>
              <a:uFillTx/>
              <a:latin typeface="Arial"/>
            </a:endParaRPr>
          </a:p>
          <a:p>
            <a:pPr>
              <a:lnSpc>
                <a:spcPct val="100000"/>
              </a:lnSpc>
              <a:buClr>
                <a:srgbClr val="F9FAFB"/>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ru-RU" sz="2100" b="0" u="none" strike="noStrike">
                <a:solidFill>
                  <a:srgbClr val="F9FAFB"/>
                </a:solidFill>
                <a:effectLst/>
                <a:uFillTx/>
                <a:latin typeface="Cascadia Code SemiBold"/>
                <a:ea typeface="quote-cjk-patch"/>
              </a:rPr>
              <a:t>Б) Река, по которой проходила граница по Айгунскому договору.</a:t>
            </a:r>
            <a:endParaRPr lang="en-US" sz="2100" b="0" u="none" strike="noStrike">
              <a:solidFill>
                <a:srgbClr val="000000"/>
              </a:solidFill>
              <a:effectLst/>
              <a:uFillTx/>
              <a:latin typeface="Arial"/>
            </a:endParaRPr>
          </a:p>
          <a:p>
            <a:pPr>
              <a:lnSpc>
                <a:spcPct val="100000"/>
              </a:lnSpc>
              <a:buClr>
                <a:srgbClr val="F9FAFB"/>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ru-RU" sz="2100" b="0" u="none" strike="noStrike">
                <a:solidFill>
                  <a:srgbClr val="F9FAFB"/>
                </a:solidFill>
                <a:effectLst/>
                <a:uFillTx/>
                <a:latin typeface="Cascadia Code SemiBold"/>
                <a:ea typeface="quote-cjk-patch"/>
              </a:rPr>
              <a:t>В) Земля, где проживают коренные народы — ительмены и коряки.</a:t>
            </a:r>
            <a:endParaRPr lang="en-US" sz="2100" b="0" u="none" strike="noStrike">
              <a:solidFill>
                <a:srgbClr val="000000"/>
              </a:solidFill>
              <a:effectLst/>
              <a:uFillTx/>
              <a:latin typeface="Arial"/>
            </a:endParaRPr>
          </a:p>
          <a:p>
            <a:pPr>
              <a:lnSpc>
                <a:spcPct val="100000"/>
              </a:lnSpc>
              <a:buClr>
                <a:srgbClr val="F9FAFB"/>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ru-RU" sz="2100" b="0" u="none" strike="noStrike">
                <a:solidFill>
                  <a:srgbClr val="F9FAFB"/>
                </a:solidFill>
                <a:effectLst/>
                <a:uFillTx/>
                <a:latin typeface="Cascadia Code SemiBold"/>
                <a:ea typeface="quote-cjk-patch"/>
              </a:rPr>
              <a:t>Г) Регион, где расположен самый восточный город России — Анадырь.</a:t>
            </a:r>
            <a:endParaRPr lang="en-US" sz="2100" b="0" u="none" strike="noStrike">
              <a:solidFill>
                <a:srgbClr val="000000"/>
              </a:solidFill>
              <a:effectLst/>
              <a:uFillTx/>
              <a:latin typeface="Arial"/>
            </a:endParaRPr>
          </a:p>
          <a:p>
            <a:pPr>
              <a:lnSpc>
                <a:spcPct val="100000"/>
              </a:lnSpc>
              <a:buClr>
                <a:srgbClr val="F9FAFB"/>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ru-RU" sz="2100" b="0" u="none" strike="noStrike">
                <a:solidFill>
                  <a:srgbClr val="F9FAFB"/>
                </a:solidFill>
                <a:effectLst/>
                <a:uFillTx/>
                <a:latin typeface="Cascadia Code SemiBold"/>
                <a:ea typeface="quote-cjk-patch"/>
              </a:rPr>
              <a:t>Д) Крупнейший остров региона, богатый углём и нефтью.</a:t>
            </a:r>
            <a:endParaRPr lang="en-US" sz="2100" b="0" u="none" strike="noStrike">
              <a:solidFill>
                <a:srgbClr val="000000"/>
              </a:solidFill>
              <a:effectLst/>
              <a:uFillTx/>
              <a:latin typeface="Arial"/>
            </a:endParaRPr>
          </a:p>
          <a:p>
            <a:pPr>
              <a:lnSpc>
                <a:spcPct val="100000"/>
              </a:lnSpc>
              <a:buClr>
                <a:srgbClr val="F9FAFB"/>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ru-RU" sz="2100" b="0" u="none" strike="noStrike">
                <a:solidFill>
                  <a:srgbClr val="F9FAFB"/>
                </a:solidFill>
                <a:effectLst/>
                <a:uFillTx/>
                <a:latin typeface="Cascadia Code SemiBold"/>
                <a:ea typeface="quote-cjk-patch"/>
              </a:rPr>
              <a:t>Е) Залив, на берегах которого стоит город-порт Владивосток.</a:t>
            </a:r>
            <a:endParaRPr lang="en-US" sz="2100" b="0" u="none" strike="noStrike">
              <a:solidFill>
                <a:srgbClr val="000000"/>
              </a:solidFill>
              <a:effectLst/>
              <a:uFillTx/>
              <a:latin typeface="Arial"/>
            </a:endParaRPr>
          </a:p>
          <a:p>
            <a:pPr>
              <a:lnSpc>
                <a:spcPct val="100000"/>
              </a:lnSpc>
              <a:buClr>
                <a:srgbClr val="F9FAFB"/>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ru-RU" sz="2100" b="0" u="none" strike="noStrike">
                <a:solidFill>
                  <a:srgbClr val="F9FAFB"/>
                </a:solidFill>
                <a:effectLst/>
                <a:uFillTx/>
                <a:latin typeface="Cascadia Code SemiBold"/>
                <a:ea typeface="quote-cjk-patch"/>
              </a:rPr>
              <a:t>Ж) Город, названный в честь русского землепроходца.</a:t>
            </a:r>
            <a:endParaRPr lang="en-US" sz="2100" b="0" u="none" strike="noStrike">
              <a:solidFill>
                <a:srgbClr val="000000"/>
              </a:solidFill>
              <a:effectLst/>
              <a:uFillTx/>
              <a:latin typeface="Arial"/>
            </a:endParaRPr>
          </a:p>
        </p:txBody>
      </p:sp>
    </p:spTree>
  </p:cSld>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65" name="Rectangle 4">
            <a:hlinkClick r:id="rId2" action="ppaction://hlinksldjump"/>
          </p:cNvPr>
          <p:cNvSpPr/>
          <p:nvPr/>
        </p:nvSpPr>
        <p:spPr>
          <a:xfrm>
            <a:off x="235800" y="5949720"/>
            <a:ext cx="4166640" cy="474480"/>
          </a:xfrm>
          <a:prstGeom prst="rect">
            <a:avLst/>
          </a:prstGeom>
          <a:noFill/>
          <a:ln w="38160">
            <a:noFill/>
          </a:ln>
        </p:spPr>
        <p:style>
          <a:lnRef idx="0"/>
          <a:fillRef idx="0"/>
          <a:effectRef idx="0"/>
          <a:fontRef idx="minor"/>
        </p:style>
        <p:txBody>
          <a:bodyPr wrap="none"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2500" b="0" u="sng" strike="noStrike">
                <a:solidFill>
                  <a:srgbClr val="FFE699"/>
                </a:solidFill>
                <a:effectLst/>
                <a:uFillTx/>
                <a:latin typeface="Open Sans"/>
              </a:rPr>
              <a:t>Вернуться к выбору тем→</a:t>
            </a:r>
            <a:endParaRPr lang="en-US" sz="2500" b="0" u="none" strike="noStrike">
              <a:solidFill>
                <a:srgbClr val="000000"/>
              </a:solidFill>
              <a:effectLst/>
              <a:uFillTx/>
              <a:latin typeface="Arial"/>
            </a:endParaRPr>
          </a:p>
        </p:txBody>
      </p:sp>
      <p:sp>
        <p:nvSpPr>
          <p:cNvPr id="66" name="Текстовое поле 1"/>
          <p:cNvSpPr/>
          <p:nvPr/>
        </p:nvSpPr>
        <p:spPr>
          <a:xfrm>
            <a:off x="0" y="1052280"/>
            <a:ext cx="6095880" cy="3077640"/>
          </a:xfrm>
          <a:prstGeom prst="rect">
            <a:avLst/>
          </a:prstGeom>
          <a:noFill/>
          <a:ln w="38160">
            <a:noFill/>
          </a:ln>
        </p:spPr>
        <p:style>
          <a:lnRef idx="0"/>
          <a:fillRef idx="0"/>
          <a:effectRef idx="0"/>
          <a:fontRef idx="minor"/>
        </p:style>
        <p:txBody>
          <a:bodyPr lIns="90000" tIns="46800" rIns="90000" bIns="46800" anchor="t">
            <a:spAutoFit/>
          </a:bodyPr>
          <a:p>
            <a:pPr>
              <a:lnSpc>
                <a:spcPct val="100000"/>
              </a:lnSpc>
              <a:buClr>
                <a:srgbClr val="F9FAFB"/>
              </a:buClr>
              <a:buFont typeface="Cascadia Code SemiBold"/>
              <a:buAutoNum type="arabicPeriod"/>
              <a:tabLst>
                <a:tab pos="914400" algn="l"/>
                <a:tab pos="1828800" algn="l"/>
                <a:tab pos="2743200" algn="l"/>
                <a:tab pos="3657600" algn="l"/>
                <a:tab pos="4572000" algn="l"/>
                <a:tab pos="5486400" algn="l"/>
                <a:tab pos="6400800" algn="l"/>
                <a:tab pos="7315200" algn="l"/>
                <a:tab pos="8229600" algn="l"/>
                <a:tab pos="9144000" algn="l"/>
                <a:tab pos="10058400" algn="l"/>
              </a:tabLst>
            </a:pPr>
            <a:r>
              <a:rPr lang="ru-RU" sz="2800" b="0" u="none" strike="noStrike">
                <a:solidFill>
                  <a:srgbClr val="F9FAFB"/>
                </a:solidFill>
                <a:effectLst/>
                <a:uFillTx/>
                <a:latin typeface="Cascadia Code SemiBold"/>
                <a:ea typeface="quote-cjk-patch"/>
              </a:rPr>
              <a:t>Полуостров Камчатка</a:t>
            </a:r>
            <a:endParaRPr lang="en-US" sz="2800" b="0" u="none" strike="noStrike">
              <a:solidFill>
                <a:srgbClr val="000000"/>
              </a:solidFill>
              <a:effectLst/>
              <a:uFillTx/>
              <a:latin typeface="Arial"/>
            </a:endParaRPr>
          </a:p>
          <a:p>
            <a:pPr>
              <a:lnSpc>
                <a:spcPct val="100000"/>
              </a:lnSpc>
              <a:buClr>
                <a:srgbClr val="F9FAFB"/>
              </a:buClr>
              <a:buFont typeface="Cascadia Code SemiBold"/>
              <a:buAutoNum type="arabicPeriod"/>
              <a:tabLst>
                <a:tab pos="914400" algn="l"/>
                <a:tab pos="1828800" algn="l"/>
                <a:tab pos="2743200" algn="l"/>
                <a:tab pos="3657600" algn="l"/>
                <a:tab pos="4572000" algn="l"/>
                <a:tab pos="5486400" algn="l"/>
                <a:tab pos="6400800" algn="l"/>
                <a:tab pos="7315200" algn="l"/>
                <a:tab pos="8229600" algn="l"/>
                <a:tab pos="9144000" algn="l"/>
                <a:tab pos="10058400" algn="l"/>
              </a:tabLst>
            </a:pPr>
            <a:r>
              <a:rPr lang="ru-RU" sz="2800" b="0" u="none" strike="noStrike">
                <a:solidFill>
                  <a:srgbClr val="F9FAFB"/>
                </a:solidFill>
                <a:effectLst/>
                <a:uFillTx/>
                <a:latin typeface="Cascadia Code SemiBold"/>
                <a:ea typeface="quote-cjk-patch"/>
              </a:rPr>
              <a:t>Река Амур</a:t>
            </a:r>
            <a:endParaRPr lang="en-US" sz="2800" b="0" u="none" strike="noStrike">
              <a:solidFill>
                <a:srgbClr val="000000"/>
              </a:solidFill>
              <a:effectLst/>
              <a:uFillTx/>
              <a:latin typeface="Arial"/>
            </a:endParaRPr>
          </a:p>
          <a:p>
            <a:pPr>
              <a:lnSpc>
                <a:spcPct val="100000"/>
              </a:lnSpc>
              <a:buClr>
                <a:srgbClr val="F9FAFB"/>
              </a:buClr>
              <a:buFont typeface="Cascadia Code SemiBold"/>
              <a:buAutoNum type="arabicPeriod"/>
              <a:tabLst>
                <a:tab pos="914400" algn="l"/>
                <a:tab pos="1828800" algn="l"/>
                <a:tab pos="2743200" algn="l"/>
                <a:tab pos="3657600" algn="l"/>
                <a:tab pos="4572000" algn="l"/>
                <a:tab pos="5486400" algn="l"/>
                <a:tab pos="6400800" algn="l"/>
                <a:tab pos="7315200" algn="l"/>
                <a:tab pos="8229600" algn="l"/>
                <a:tab pos="9144000" algn="l"/>
                <a:tab pos="10058400" algn="l"/>
              </a:tabLst>
            </a:pPr>
            <a:r>
              <a:rPr lang="ru-RU" sz="2800" b="0" u="none" strike="noStrike">
                <a:solidFill>
                  <a:srgbClr val="F9FAFB"/>
                </a:solidFill>
                <a:effectLst/>
                <a:uFillTx/>
                <a:latin typeface="Cascadia Code SemiBold"/>
                <a:ea typeface="quote-cjk-patch"/>
              </a:rPr>
              <a:t>Остров Сахалин</a:t>
            </a:r>
            <a:endParaRPr lang="en-US" sz="2800" b="0" u="none" strike="noStrike">
              <a:solidFill>
                <a:srgbClr val="000000"/>
              </a:solidFill>
              <a:effectLst/>
              <a:uFillTx/>
              <a:latin typeface="Arial"/>
            </a:endParaRPr>
          </a:p>
          <a:p>
            <a:pPr>
              <a:lnSpc>
                <a:spcPct val="100000"/>
              </a:lnSpc>
              <a:buClr>
                <a:srgbClr val="F9FAFB"/>
              </a:buClr>
              <a:buFont typeface="Cascadia Code SemiBold"/>
              <a:buAutoNum type="arabicPeriod"/>
              <a:tabLst>
                <a:tab pos="914400" algn="l"/>
                <a:tab pos="1828800" algn="l"/>
                <a:tab pos="2743200" algn="l"/>
                <a:tab pos="3657600" algn="l"/>
                <a:tab pos="4572000" algn="l"/>
                <a:tab pos="5486400" algn="l"/>
                <a:tab pos="6400800" algn="l"/>
                <a:tab pos="7315200" algn="l"/>
                <a:tab pos="8229600" algn="l"/>
                <a:tab pos="9144000" algn="l"/>
                <a:tab pos="10058400" algn="l"/>
              </a:tabLst>
            </a:pPr>
            <a:r>
              <a:rPr lang="ru-RU" sz="2800" b="0" u="none" strike="noStrike">
                <a:solidFill>
                  <a:srgbClr val="F9FAFB"/>
                </a:solidFill>
                <a:effectLst/>
                <a:uFillTx/>
                <a:latin typeface="Cascadia Code SemiBold"/>
                <a:ea typeface="quote-cjk-patch"/>
              </a:rPr>
              <a:t>Залив Петра Великого</a:t>
            </a:r>
            <a:endParaRPr lang="en-US" sz="2800" b="0" u="none" strike="noStrike">
              <a:solidFill>
                <a:srgbClr val="000000"/>
              </a:solidFill>
              <a:effectLst/>
              <a:uFillTx/>
              <a:latin typeface="Arial"/>
            </a:endParaRPr>
          </a:p>
          <a:p>
            <a:pPr>
              <a:lnSpc>
                <a:spcPct val="100000"/>
              </a:lnSpc>
              <a:buClr>
                <a:srgbClr val="F9FAFB"/>
              </a:buClr>
              <a:buFont typeface="Cascadia Code SemiBold"/>
              <a:buAutoNum type="arabicPeriod"/>
              <a:tabLst>
                <a:tab pos="914400" algn="l"/>
                <a:tab pos="1828800" algn="l"/>
                <a:tab pos="2743200" algn="l"/>
                <a:tab pos="3657600" algn="l"/>
                <a:tab pos="4572000" algn="l"/>
                <a:tab pos="5486400" algn="l"/>
                <a:tab pos="6400800" algn="l"/>
                <a:tab pos="7315200" algn="l"/>
                <a:tab pos="8229600" algn="l"/>
                <a:tab pos="9144000" algn="l"/>
                <a:tab pos="10058400" algn="l"/>
              </a:tabLst>
            </a:pPr>
            <a:r>
              <a:rPr lang="ru-RU" sz="2800" b="0" u="none" strike="noStrike">
                <a:solidFill>
                  <a:srgbClr val="F9FAFB"/>
                </a:solidFill>
                <a:effectLst/>
                <a:uFillTx/>
                <a:latin typeface="Cascadia Code SemiBold"/>
                <a:ea typeface="quote-cjk-patch"/>
              </a:rPr>
              <a:t>Чукотский полуостров</a:t>
            </a:r>
            <a:endParaRPr lang="en-US" sz="2800" b="0" u="none" strike="noStrike">
              <a:solidFill>
                <a:srgbClr val="000000"/>
              </a:solidFill>
              <a:effectLst/>
              <a:uFillTx/>
              <a:latin typeface="Arial"/>
            </a:endParaRPr>
          </a:p>
          <a:p>
            <a:pPr>
              <a:lnSpc>
                <a:spcPct val="100000"/>
              </a:lnSpc>
              <a:buClr>
                <a:srgbClr val="F9FAFB"/>
              </a:buClr>
              <a:buFont typeface="Cascadia Code SemiBold"/>
              <a:buAutoNum type="arabicPeriod"/>
              <a:tabLst>
                <a:tab pos="914400" algn="l"/>
                <a:tab pos="1828800" algn="l"/>
                <a:tab pos="2743200" algn="l"/>
                <a:tab pos="3657600" algn="l"/>
                <a:tab pos="4572000" algn="l"/>
                <a:tab pos="5486400" algn="l"/>
                <a:tab pos="6400800" algn="l"/>
                <a:tab pos="7315200" algn="l"/>
                <a:tab pos="8229600" algn="l"/>
                <a:tab pos="9144000" algn="l"/>
                <a:tab pos="10058400" algn="l"/>
              </a:tabLst>
            </a:pPr>
            <a:r>
              <a:rPr lang="ru-RU" sz="2800" b="0" u="none" strike="noStrike">
                <a:solidFill>
                  <a:srgbClr val="F9FAFB"/>
                </a:solidFill>
                <a:effectLst/>
                <a:uFillTx/>
                <a:latin typeface="Cascadia Code SemiBold"/>
                <a:ea typeface="quote-cjk-patch"/>
              </a:rPr>
              <a:t>Город Хабаровск</a:t>
            </a:r>
            <a:endParaRPr lang="en-US" sz="2800" b="0" u="none" strike="noStrike">
              <a:solidFill>
                <a:srgbClr val="000000"/>
              </a:solidFill>
              <a:effectLst/>
              <a:uFillTx/>
              <a:latin typeface="Arial"/>
            </a:endParaRPr>
          </a:p>
          <a:p>
            <a:pPr>
              <a:lnSpc>
                <a:spcPct val="100000"/>
              </a:lnSpc>
              <a:buClr>
                <a:srgbClr val="F9FAFB"/>
              </a:buClr>
              <a:buFont typeface="Cascadia Code SemiBold"/>
              <a:buAutoNum type="arabicPeriod"/>
              <a:tabLst>
                <a:tab pos="914400" algn="l"/>
                <a:tab pos="1828800" algn="l"/>
                <a:tab pos="2743200" algn="l"/>
                <a:tab pos="3657600" algn="l"/>
                <a:tab pos="4572000" algn="l"/>
                <a:tab pos="5486400" algn="l"/>
                <a:tab pos="6400800" algn="l"/>
                <a:tab pos="7315200" algn="l"/>
                <a:tab pos="8229600" algn="l"/>
                <a:tab pos="9144000" algn="l"/>
                <a:tab pos="10058400" algn="l"/>
              </a:tabLst>
            </a:pPr>
            <a:r>
              <a:rPr lang="ru-RU" sz="2800" b="0" u="none" strike="noStrike">
                <a:solidFill>
                  <a:srgbClr val="F9FAFB"/>
                </a:solidFill>
                <a:effectLst/>
                <a:uFillTx/>
                <a:latin typeface="Cascadia Code SemiBold"/>
                <a:ea typeface="quote-cjk-patch"/>
              </a:rPr>
              <a:t>Остров Даманский</a:t>
            </a:r>
            <a:endParaRPr lang="en-US" sz="2800" b="0" u="none" strike="noStrike">
              <a:solidFill>
                <a:srgbClr val="000000"/>
              </a:solidFill>
              <a:effectLst/>
              <a:uFillTx/>
              <a:latin typeface="Arial"/>
            </a:endParaRPr>
          </a:p>
        </p:txBody>
      </p:sp>
      <p:sp>
        <p:nvSpPr>
          <p:cNvPr id="67" name="Текстовое поле 2"/>
          <p:cNvSpPr/>
          <p:nvPr/>
        </p:nvSpPr>
        <p:spPr>
          <a:xfrm>
            <a:off x="6802200" y="1052280"/>
            <a:ext cx="5245200" cy="6224760"/>
          </a:xfrm>
          <a:prstGeom prst="rect">
            <a:avLst/>
          </a:prstGeom>
          <a:noFill/>
          <a:ln w="38160">
            <a:noFill/>
          </a:ln>
        </p:spPr>
        <p:style>
          <a:lnRef idx="0"/>
          <a:fillRef idx="0"/>
          <a:effectRef idx="0"/>
          <a:fontRef idx="minor"/>
        </p:style>
        <p:txBody>
          <a:bodyPr lIns="90000" tIns="46800" rIns="90000" bIns="46800" anchor="t">
            <a:noAutofit/>
          </a:bodyPr>
          <a:p>
            <a:pPr>
              <a:lnSpc>
                <a:spcPct val="100000"/>
              </a:lnSpc>
              <a:buClr>
                <a:srgbClr val="F9FAFB"/>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ru-RU" sz="2100" b="0" u="none" strike="noStrike">
                <a:solidFill>
                  <a:srgbClr val="F9FAFB"/>
                </a:solidFill>
                <a:effectLst/>
                <a:uFillTx/>
                <a:latin typeface="Cascadia Code SemiBold"/>
                <a:ea typeface="quote-cjk-patch"/>
              </a:rPr>
              <a:t>А) Место военного конфликта между СССР и Китаем в 1969 году.</a:t>
            </a:r>
            <a:endParaRPr lang="en-US" sz="2100" b="0" u="none" strike="noStrike">
              <a:solidFill>
                <a:srgbClr val="000000"/>
              </a:solidFill>
              <a:effectLst/>
              <a:uFillTx/>
              <a:latin typeface="Arial"/>
            </a:endParaRPr>
          </a:p>
          <a:p>
            <a:pPr>
              <a:lnSpc>
                <a:spcPct val="100000"/>
              </a:lnSpc>
              <a:buClr>
                <a:srgbClr val="F9FAFB"/>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ru-RU" sz="2100" b="0" u="none" strike="noStrike">
                <a:solidFill>
                  <a:srgbClr val="F9FAFB"/>
                </a:solidFill>
                <a:effectLst/>
                <a:uFillTx/>
                <a:latin typeface="Cascadia Code SemiBold"/>
                <a:ea typeface="quote-cjk-patch"/>
              </a:rPr>
              <a:t>Б) Река, по которой проходила граница по Айгунскому договору.</a:t>
            </a:r>
            <a:endParaRPr lang="en-US" sz="2100" b="0" u="none" strike="noStrike">
              <a:solidFill>
                <a:srgbClr val="000000"/>
              </a:solidFill>
              <a:effectLst/>
              <a:uFillTx/>
              <a:latin typeface="Arial"/>
            </a:endParaRPr>
          </a:p>
          <a:p>
            <a:pPr>
              <a:lnSpc>
                <a:spcPct val="100000"/>
              </a:lnSpc>
              <a:buClr>
                <a:srgbClr val="F9FAFB"/>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ru-RU" sz="2100" b="0" u="none" strike="noStrike">
                <a:solidFill>
                  <a:srgbClr val="F9FAFB"/>
                </a:solidFill>
                <a:effectLst/>
                <a:uFillTx/>
                <a:latin typeface="Cascadia Code SemiBold"/>
                <a:ea typeface="quote-cjk-patch"/>
              </a:rPr>
              <a:t>В) Земля, где проживают коренные народы — ительмены и коряки.</a:t>
            </a:r>
            <a:endParaRPr lang="en-US" sz="2100" b="0" u="none" strike="noStrike">
              <a:solidFill>
                <a:srgbClr val="000000"/>
              </a:solidFill>
              <a:effectLst/>
              <a:uFillTx/>
              <a:latin typeface="Arial"/>
            </a:endParaRPr>
          </a:p>
          <a:p>
            <a:pPr>
              <a:lnSpc>
                <a:spcPct val="100000"/>
              </a:lnSpc>
              <a:buClr>
                <a:srgbClr val="F9FAFB"/>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ru-RU" sz="2100" b="0" u="none" strike="noStrike">
                <a:solidFill>
                  <a:srgbClr val="F9FAFB"/>
                </a:solidFill>
                <a:effectLst/>
                <a:uFillTx/>
                <a:latin typeface="Cascadia Code SemiBold"/>
                <a:ea typeface="quote-cjk-patch"/>
              </a:rPr>
              <a:t>Г) Регион, где расположен самый восточный город России — Анадырь.</a:t>
            </a:r>
            <a:endParaRPr lang="en-US" sz="2100" b="0" u="none" strike="noStrike">
              <a:solidFill>
                <a:srgbClr val="000000"/>
              </a:solidFill>
              <a:effectLst/>
              <a:uFillTx/>
              <a:latin typeface="Arial"/>
            </a:endParaRPr>
          </a:p>
          <a:p>
            <a:pPr>
              <a:lnSpc>
                <a:spcPct val="100000"/>
              </a:lnSpc>
              <a:buClr>
                <a:srgbClr val="F9FAFB"/>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ru-RU" sz="2100" b="0" u="none" strike="noStrike">
                <a:solidFill>
                  <a:srgbClr val="F9FAFB"/>
                </a:solidFill>
                <a:effectLst/>
                <a:uFillTx/>
                <a:latin typeface="Cascadia Code SemiBold"/>
                <a:ea typeface="quote-cjk-patch"/>
              </a:rPr>
              <a:t>Д) Крупнейший остров региона, богатый углём и нефтью.</a:t>
            </a:r>
            <a:endParaRPr lang="en-US" sz="2100" b="0" u="none" strike="noStrike">
              <a:solidFill>
                <a:srgbClr val="000000"/>
              </a:solidFill>
              <a:effectLst/>
              <a:uFillTx/>
              <a:latin typeface="Arial"/>
            </a:endParaRPr>
          </a:p>
          <a:p>
            <a:pPr>
              <a:lnSpc>
                <a:spcPct val="100000"/>
              </a:lnSpc>
              <a:buClr>
                <a:srgbClr val="F9FAFB"/>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ru-RU" sz="2100" b="0" u="none" strike="noStrike">
                <a:solidFill>
                  <a:srgbClr val="F9FAFB"/>
                </a:solidFill>
                <a:effectLst/>
                <a:uFillTx/>
                <a:latin typeface="Cascadia Code SemiBold"/>
                <a:ea typeface="quote-cjk-patch"/>
              </a:rPr>
              <a:t>Е) Залив, на берегах которого стоит город-порт Владивосток.</a:t>
            </a:r>
            <a:endParaRPr lang="en-US" sz="2100" b="0" u="none" strike="noStrike">
              <a:solidFill>
                <a:srgbClr val="000000"/>
              </a:solidFill>
              <a:effectLst/>
              <a:uFillTx/>
              <a:latin typeface="Arial"/>
            </a:endParaRPr>
          </a:p>
          <a:p>
            <a:pPr>
              <a:lnSpc>
                <a:spcPct val="100000"/>
              </a:lnSpc>
              <a:buClr>
                <a:srgbClr val="F9FAFB"/>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ru-RU" sz="2100" b="0" u="none" strike="noStrike">
                <a:solidFill>
                  <a:srgbClr val="F9FAFB"/>
                </a:solidFill>
                <a:effectLst/>
                <a:uFillTx/>
                <a:latin typeface="Cascadia Code SemiBold"/>
                <a:ea typeface="quote-cjk-patch"/>
              </a:rPr>
              <a:t>Ж) Город, названный в честь русского землепроходца.</a:t>
            </a:r>
            <a:endParaRPr lang="en-US" sz="2100" b="0" u="none" strike="noStrike">
              <a:solidFill>
                <a:srgbClr val="000000"/>
              </a:solidFill>
              <a:effectLst/>
              <a:uFillTx/>
              <a:latin typeface="Arial"/>
            </a:endParaRPr>
          </a:p>
        </p:txBody>
      </p:sp>
      <p:pic>
        <p:nvPicPr>
          <p:cNvPr id="68" name="Прямая со стрелкой 3"/>
          <p:cNvPicPr/>
          <p:nvPr/>
        </p:nvPicPr>
        <p:blipFill>
          <a:blip r:embed="rId3"/>
          <a:stretch/>
        </p:blipFill>
        <p:spPr>
          <a:xfrm>
            <a:off x="3985920" y="1377720"/>
            <a:ext cx="2944800" cy="1309680"/>
          </a:xfrm>
          <a:prstGeom prst="rect">
            <a:avLst/>
          </a:prstGeom>
          <a:noFill/>
          <a:ln w="38160">
            <a:noFill/>
          </a:ln>
        </p:spPr>
      </p:pic>
      <p:cxnSp>
        <p:nvCxnSpPr>
          <p:cNvPr id="69" name="Прямая со стрелкой 6"/>
          <p:cNvCxnSpPr/>
          <p:nvPr/>
        </p:nvCxnSpPr>
        <p:spPr>
          <a:xfrm>
            <a:off x="2499840" y="1793160"/>
            <a:ext cx="4197960" cy="156600"/>
          </a:xfrm>
          <a:prstGeom prst="straightConnector1">
            <a:avLst/>
          </a:prstGeom>
          <a:ln cap="rnd" w="31680">
            <a:solidFill>
              <a:srgbClr val="000000"/>
            </a:solidFill>
            <a:miter/>
            <a:tailEnd len="med" type="arrow" w="med"/>
          </a:ln>
        </p:spPr>
      </p:cxnSp>
      <p:cxnSp>
        <p:nvCxnSpPr>
          <p:cNvPr id="70" name="Криволинейное соединение 7"/>
          <p:cNvCxnSpPr/>
          <p:nvPr/>
        </p:nvCxnSpPr>
        <p:spPr>
          <a:xfrm>
            <a:off x="3031560" y="2141280"/>
            <a:ext cx="3686760" cy="2007360"/>
          </a:xfrm>
          <a:prstGeom prst="curvedConnector5">
            <a:avLst>
              <a:gd name="adj1" fmla="val 66640"/>
              <a:gd name="adj2" fmla="val 49991"/>
              <a:gd name="adj3" fmla="val 66640"/>
            </a:avLst>
          </a:prstGeom>
          <a:ln cap="rnd" w="31680">
            <a:solidFill>
              <a:srgbClr val="000000"/>
            </a:solidFill>
            <a:miter/>
            <a:tailEnd len="med" type="arrow" w="med"/>
          </a:ln>
        </p:spPr>
      </p:cxnSp>
      <p:cxnSp>
        <p:nvCxnSpPr>
          <p:cNvPr id="71" name="Прямая со стрелкой 9"/>
          <p:cNvCxnSpPr/>
          <p:nvPr/>
        </p:nvCxnSpPr>
        <p:spPr>
          <a:xfrm>
            <a:off x="3795480" y="2549160"/>
            <a:ext cx="3007440" cy="2167560"/>
          </a:xfrm>
          <a:prstGeom prst="straightConnector1">
            <a:avLst/>
          </a:prstGeom>
          <a:ln cap="rnd" w="31680">
            <a:solidFill>
              <a:srgbClr val="000000"/>
            </a:solidFill>
            <a:miter/>
            <a:tailEnd len="med" type="arrow" w="med"/>
          </a:ln>
        </p:spPr>
      </p:cxnSp>
      <p:cxnSp>
        <p:nvCxnSpPr>
          <p:cNvPr id="72" name="Прямая со стрелкой 10"/>
          <p:cNvCxnSpPr/>
          <p:nvPr/>
        </p:nvCxnSpPr>
        <p:spPr>
          <a:xfrm>
            <a:off x="3795480" y="3090240"/>
            <a:ext cx="2975760" cy="374040"/>
          </a:xfrm>
          <a:prstGeom prst="straightConnector1">
            <a:avLst/>
          </a:prstGeom>
          <a:ln cap="rnd" w="31680">
            <a:solidFill>
              <a:srgbClr val="000000"/>
            </a:solidFill>
            <a:miter/>
            <a:tailEnd len="med" type="arrow" w="med"/>
          </a:ln>
        </p:spPr>
      </p:cxnSp>
      <p:cxnSp>
        <p:nvCxnSpPr>
          <p:cNvPr id="73" name="Прямая со стрелкой 11"/>
          <p:cNvCxnSpPr/>
          <p:nvPr/>
        </p:nvCxnSpPr>
        <p:spPr>
          <a:xfrm>
            <a:off x="3158640" y="3463920"/>
            <a:ext cx="3655080" cy="1946880"/>
          </a:xfrm>
          <a:prstGeom prst="straightConnector1">
            <a:avLst/>
          </a:prstGeom>
          <a:ln cap="rnd" w="31680">
            <a:solidFill>
              <a:srgbClr val="000000"/>
            </a:solidFill>
            <a:miter/>
            <a:tailEnd len="med" type="arrow" w="med"/>
          </a:ln>
        </p:spPr>
      </p:cxnSp>
      <p:cxnSp>
        <p:nvCxnSpPr>
          <p:cNvPr id="74" name="Прямая со стрелкой 12"/>
          <p:cNvCxnSpPr/>
          <p:nvPr/>
        </p:nvCxnSpPr>
        <p:spPr>
          <a:xfrm flipV="1">
            <a:off x="3403080" y="1391760"/>
            <a:ext cx="3283560" cy="2520000"/>
          </a:xfrm>
          <a:prstGeom prst="straightConnector1">
            <a:avLst/>
          </a:prstGeom>
          <a:ln cap="rnd" w="31680">
            <a:solidFill>
              <a:srgbClr val="000000"/>
            </a:solidFill>
            <a:miter/>
            <a:tailEnd len="med" type="arrow" w="med"/>
          </a:ln>
        </p:spPr>
      </p:cxnSp>
      <p:sp>
        <p:nvSpPr>
          <p:cNvPr id="75" name="Прямоугольник 2"/>
          <p:cNvSpPr/>
          <p:nvPr/>
        </p:nvSpPr>
        <p:spPr>
          <a:xfrm>
            <a:off x="2415960" y="276120"/>
            <a:ext cx="7278840" cy="627120"/>
          </a:xfrm>
          <a:prstGeom prst="rect">
            <a:avLst/>
          </a:prstGeom>
          <a:no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3500" b="0" u="none" strike="noStrike">
                <a:solidFill>
                  <a:srgbClr val="FFFFFF"/>
                </a:solidFill>
                <a:effectLst/>
                <a:uFillTx/>
                <a:latin typeface="Cascadia Code SemiBold"/>
              </a:rPr>
              <a:t>Соотнесите  </a:t>
            </a:r>
            <a:endParaRPr lang="en-US" sz="3500" b="0" u="none" strike="noStrike">
              <a:solidFill>
                <a:srgbClr val="000000"/>
              </a:solidFill>
              <a:effectLst/>
              <a:uFillTx/>
              <a:latin typeface="Arial"/>
            </a:endParaRPr>
          </a:p>
        </p:txBody>
      </p:sp>
    </p:spTree>
  </p:cSld>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pic>
        <p:nvPicPr>
          <p:cNvPr id="76" name="Picture 4"/>
          <p:cNvPicPr/>
          <p:nvPr/>
        </p:nvPicPr>
        <p:blipFill>
          <a:blip r:embed="rId2"/>
          <a:stretch/>
        </p:blipFill>
        <p:spPr>
          <a:xfrm>
            <a:off x="4836960" y="5499000"/>
            <a:ext cx="2351160" cy="806400"/>
          </a:xfrm>
          <a:prstGeom prst="rect">
            <a:avLst/>
          </a:prstGeom>
          <a:noFill/>
          <a:ln w="38160">
            <a:noFill/>
          </a:ln>
        </p:spPr>
      </p:pic>
      <p:sp>
        <p:nvSpPr>
          <p:cNvPr id="77" name="Rectangle 7">
            <a:hlinkClick r:id="rId3" action="ppaction://hlinksldjump"/>
          </p:cNvPr>
          <p:cNvSpPr/>
          <p:nvPr/>
        </p:nvSpPr>
        <p:spPr>
          <a:xfrm>
            <a:off x="5219280" y="5690880"/>
            <a:ext cx="1754280" cy="398520"/>
          </a:xfrm>
          <a:prstGeom prst="rect">
            <a:avLst/>
          </a:prstGeom>
          <a:noFill/>
          <a:ln w="38160">
            <a:noFill/>
          </a:ln>
        </p:spPr>
        <p:style>
          <a:lnRef idx="0"/>
          <a:fillRef idx="0"/>
          <a:effectRef idx="0"/>
          <a:fontRef idx="minor"/>
        </p:style>
        <p:txBody>
          <a:bodyPr wrap="none"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2000" b="0" u="none" strike="noStrike">
                <a:solidFill>
                  <a:srgbClr val="FFFFFF"/>
                </a:solidFill>
                <a:effectLst/>
                <a:uFillTx/>
                <a:latin typeface="Open Sans"/>
              </a:rPr>
              <a:t>Узнать ответ</a:t>
            </a:r>
            <a:endParaRPr lang="en-US" sz="2000" b="0" u="none" strike="noStrike">
              <a:solidFill>
                <a:srgbClr val="000000"/>
              </a:solidFill>
              <a:effectLst/>
              <a:uFillTx/>
              <a:latin typeface="Arial"/>
            </a:endParaRPr>
          </a:p>
        </p:txBody>
      </p:sp>
      <p:sp>
        <p:nvSpPr>
          <p:cNvPr id="78" name="Прямоугольник 2"/>
          <p:cNvSpPr/>
          <p:nvPr/>
        </p:nvSpPr>
        <p:spPr>
          <a:xfrm>
            <a:off x="2458800" y="257040"/>
            <a:ext cx="7277040" cy="627120"/>
          </a:xfrm>
          <a:prstGeom prst="rect">
            <a:avLst/>
          </a:prstGeom>
          <a:no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3500" b="0" u="none" strike="noStrike">
                <a:solidFill>
                  <a:srgbClr val="FFFFFF"/>
                </a:solidFill>
                <a:effectLst/>
                <a:uFillTx/>
                <a:latin typeface="Cascadia Code SemiBold"/>
              </a:rPr>
              <a:t>О каком городе идёт речь?</a:t>
            </a:r>
            <a:endParaRPr lang="en-US" sz="3500" b="0" u="none" strike="noStrike">
              <a:solidFill>
                <a:srgbClr val="000000"/>
              </a:solidFill>
              <a:effectLst/>
              <a:uFillTx/>
              <a:latin typeface="Arial"/>
            </a:endParaRPr>
          </a:p>
        </p:txBody>
      </p:sp>
      <p:sp>
        <p:nvSpPr>
          <p:cNvPr id="79" name="Текстовое поле 1"/>
          <p:cNvSpPr/>
          <p:nvPr/>
        </p:nvSpPr>
        <p:spPr>
          <a:xfrm>
            <a:off x="558720" y="1118880"/>
            <a:ext cx="10653480" cy="3996000"/>
          </a:xfrm>
          <a:prstGeom prst="rect">
            <a:avLst/>
          </a:prstGeom>
          <a:noFill/>
          <a:ln w="38160">
            <a:noFill/>
          </a:ln>
        </p:spPr>
        <p:style>
          <a:lnRef idx="0"/>
          <a:fillRef idx="0"/>
          <a:effectRef idx="0"/>
          <a:fontRef idx="minor"/>
        </p:style>
        <p:txBody>
          <a:bodyPr lIns="90000" tIns="46800" rIns="90000" bIns="46800" anchor="t">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2400" b="0" u="none" strike="noStrike">
                <a:solidFill>
                  <a:srgbClr val="FFFFFF"/>
                </a:solidFill>
                <a:effectLst/>
                <a:uFillTx/>
                <a:latin typeface="Cascadia Code SemiBold"/>
                <a:ea typeface="Hoves"/>
              </a:rPr>
              <a:t>В древности территория современного_______ входила в состав государства Бохай (698—926 гг.), начиная с X века она принадлежала киданям, а затем Ч</a:t>
            </a:r>
            <a:r>
              <a:rPr lang="en-US" sz="2400" b="0" u="none" strike="noStrike">
                <a:solidFill>
                  <a:srgbClr val="FFFFFF"/>
                </a:solidFill>
                <a:effectLst/>
                <a:uFillTx/>
                <a:latin typeface="Cascadia Code SemiBold"/>
                <a:ea typeface="Hoves"/>
              </a:rPr>
              <a:t>журчжэни</a:t>
            </a:r>
            <a:r>
              <a:rPr lang="ru-RU" sz="2400" b="0" u="none" strike="noStrike">
                <a:solidFill>
                  <a:srgbClr val="FFFFFF"/>
                </a:solidFill>
                <a:effectLst/>
                <a:uFillTx/>
                <a:latin typeface="Cascadia Code SemiBold"/>
                <a:ea typeface="Hoves"/>
              </a:rPr>
              <a:t>. В начале XIII века на территории современного_________ существовало несколько городов чжурчжэньского государства Восточное Ся. Все они были разрушены монголами в результате нападения 1233 года, после чего территория пришла в запустение. Позднее из-за споров между маньжурами и ханьцами территория обезлюдело и практически не упоминалось в источниках вплоть до XIX века.</a:t>
            </a:r>
            <a:endParaRPr lang="en-US" sz="2400" b="0" u="none" strike="noStrike">
              <a:solidFill>
                <a:srgbClr val="000000"/>
              </a:solidFill>
              <a:effectLst/>
              <a:uFillTx/>
              <a:latin typeface="Arial"/>
            </a:endParaRPr>
          </a:p>
        </p:txBody>
      </p:sp>
    </p:spTree>
  </p:cSld>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80" name="Rectangle 4">
            <a:hlinkClick r:id="rId2" action="ppaction://hlinksldjump"/>
          </p:cNvPr>
          <p:cNvSpPr/>
          <p:nvPr/>
        </p:nvSpPr>
        <p:spPr>
          <a:xfrm>
            <a:off x="4011480" y="5719680"/>
            <a:ext cx="4166640" cy="474480"/>
          </a:xfrm>
          <a:prstGeom prst="rect">
            <a:avLst/>
          </a:prstGeom>
          <a:noFill/>
          <a:ln w="38160">
            <a:noFill/>
          </a:ln>
        </p:spPr>
        <p:style>
          <a:lnRef idx="0"/>
          <a:fillRef idx="0"/>
          <a:effectRef idx="0"/>
          <a:fontRef idx="minor"/>
        </p:style>
        <p:txBody>
          <a:bodyPr wrap="none"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2500" b="0" u="sng" strike="noStrike">
                <a:solidFill>
                  <a:srgbClr val="FFE699"/>
                </a:solidFill>
                <a:effectLst/>
                <a:uFillTx/>
                <a:latin typeface="Open Sans"/>
              </a:rPr>
              <a:t>Вернуться к выбору тем→</a:t>
            </a:r>
            <a:endParaRPr lang="en-US" sz="2500" b="0" u="none" strike="noStrike">
              <a:solidFill>
                <a:srgbClr val="000000"/>
              </a:solidFill>
              <a:effectLst/>
              <a:uFillTx/>
              <a:latin typeface="Arial"/>
            </a:endParaRPr>
          </a:p>
        </p:txBody>
      </p:sp>
      <p:sp>
        <p:nvSpPr>
          <p:cNvPr id="81" name="PlaceHolder 1"/>
          <p:cNvSpPr>
            <a:spLocks noGrp="1"/>
          </p:cNvSpPr>
          <p:nvPr>
            <p:ph type="title"/>
          </p:nvPr>
        </p:nvSpPr>
        <p:spPr>
          <a:xfrm>
            <a:off x="809280" y="63360"/>
            <a:ext cx="10760400" cy="1512720"/>
          </a:xfrm>
          <a:prstGeom prst="rect">
            <a:avLst/>
          </a:prstGeom>
          <a:noFill/>
          <a:ln w="0">
            <a:noFill/>
          </a:ln>
        </p:spPr>
        <p:txBody>
          <a:bodyPr lIns="91440" tIns="45720" rIns="91440" bIns="45720" anchor="ctr">
            <a:noAutofit/>
          </a:bodyPr>
          <a:p>
            <a:pPr indent="0" algn="ctr">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4800" b="0" u="none" strike="noStrike">
                <a:solidFill>
                  <a:srgbClr val="FFFFFF"/>
                </a:solidFill>
                <a:effectLst/>
                <a:uFillTx/>
                <a:latin typeface="Cascadia Code SemiBold"/>
              </a:rPr>
              <a:t>Владивосток </a:t>
            </a:r>
            <a:endParaRPr lang="en-US" sz="4800" b="0" u="none" strike="noStrike">
              <a:solidFill>
                <a:srgbClr val="44546A"/>
              </a:solidFill>
              <a:effectLst/>
              <a:uFillTx/>
              <a:latin typeface="Arial"/>
            </a:endParaRPr>
          </a:p>
        </p:txBody>
      </p:sp>
    </p:spTree>
  </p:cSld>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pic>
        <p:nvPicPr>
          <p:cNvPr id="82" name="Picture 4"/>
          <p:cNvPicPr/>
          <p:nvPr/>
        </p:nvPicPr>
        <p:blipFill>
          <a:blip r:embed="rId2"/>
          <a:stretch/>
        </p:blipFill>
        <p:spPr>
          <a:xfrm>
            <a:off x="4836960" y="5499000"/>
            <a:ext cx="2351160" cy="806400"/>
          </a:xfrm>
          <a:prstGeom prst="rect">
            <a:avLst/>
          </a:prstGeom>
          <a:noFill/>
          <a:ln w="38160">
            <a:noFill/>
          </a:ln>
        </p:spPr>
      </p:pic>
      <p:sp>
        <p:nvSpPr>
          <p:cNvPr id="83" name="Rectangle 7">
            <a:hlinkClick r:id="rId3" action="ppaction://hlinksldjump"/>
          </p:cNvPr>
          <p:cNvSpPr/>
          <p:nvPr/>
        </p:nvSpPr>
        <p:spPr>
          <a:xfrm>
            <a:off x="5219280" y="5690880"/>
            <a:ext cx="1754280" cy="398520"/>
          </a:xfrm>
          <a:prstGeom prst="rect">
            <a:avLst/>
          </a:prstGeom>
          <a:noFill/>
          <a:ln w="38160">
            <a:noFill/>
          </a:ln>
        </p:spPr>
        <p:style>
          <a:lnRef idx="0"/>
          <a:fillRef idx="0"/>
          <a:effectRef idx="0"/>
          <a:fontRef idx="minor"/>
        </p:style>
        <p:txBody>
          <a:bodyPr wrap="none"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2000" b="0" u="none" strike="noStrike">
                <a:solidFill>
                  <a:srgbClr val="FFFFFF"/>
                </a:solidFill>
                <a:effectLst/>
                <a:uFillTx/>
                <a:latin typeface="Open Sans"/>
              </a:rPr>
              <a:t>Узнать ответ</a:t>
            </a:r>
            <a:endParaRPr lang="en-US" sz="2000" b="0" u="none" strike="noStrike">
              <a:solidFill>
                <a:srgbClr val="000000"/>
              </a:solidFill>
              <a:effectLst/>
              <a:uFillTx/>
              <a:latin typeface="Arial"/>
            </a:endParaRPr>
          </a:p>
        </p:txBody>
      </p:sp>
      <p:sp>
        <p:nvSpPr>
          <p:cNvPr id="84" name="Прямоугольник 2"/>
          <p:cNvSpPr/>
          <p:nvPr/>
        </p:nvSpPr>
        <p:spPr>
          <a:xfrm>
            <a:off x="564840" y="1927080"/>
            <a:ext cx="11241360" cy="2226600"/>
          </a:xfrm>
          <a:prstGeom prst="rect">
            <a:avLst/>
          </a:prstGeom>
          <a:no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500" b="0" u="none" strike="noStrike">
                <a:solidFill>
                  <a:srgbClr val="FFFFFF"/>
                </a:solidFill>
                <a:effectLst/>
                <a:uFillTx/>
                <a:latin typeface="Cascadia Code SemiBold"/>
              </a:rPr>
              <a:t>На</a:t>
            </a:r>
            <a:r>
              <a:rPr lang="ru-RU" sz="3500" b="0" u="none" strike="noStrike">
                <a:solidFill>
                  <a:srgbClr val="FFFFFF"/>
                </a:solidFill>
                <a:effectLst/>
                <a:uFillTx/>
                <a:latin typeface="Cascadia Code SemiBold"/>
              </a:rPr>
              <a:t>зовите </a:t>
            </a:r>
            <a:r>
              <a:rPr lang="en-US" sz="3500" b="0" u="none" strike="noStrike">
                <a:solidFill>
                  <a:srgbClr val="FFFFFF"/>
                </a:solidFill>
                <a:effectLst/>
                <a:uFillTx/>
                <a:latin typeface="Cascadia Code SemiBold"/>
              </a:rPr>
              <a:t>собор, который является визитной карточкой Хабаровска и виден практически с любой набережной.</a:t>
            </a:r>
            <a:r>
              <a:rPr lang="ru-RU" sz="3500" b="0" u="none" strike="noStrike">
                <a:solidFill>
                  <a:srgbClr val="FFFFFF"/>
                </a:solidFill>
                <a:effectLst/>
                <a:uFillTx/>
                <a:latin typeface="Cascadia Code SemiBold"/>
              </a:rPr>
              <a:t>В</a:t>
            </a:r>
            <a:r>
              <a:rPr lang="en-US" sz="3500" b="0" u="none" strike="noStrike">
                <a:solidFill>
                  <a:srgbClr val="FFFFFF"/>
                </a:solidFill>
                <a:effectLst/>
                <a:uFillTx/>
                <a:latin typeface="Cascadia Code SemiBold"/>
              </a:rPr>
              <a:t> честь какого важного события в русской истории он был построен?</a:t>
            </a:r>
            <a:r>
              <a:rPr lang="en-US" sz="3500" b="0" u="none" strike="noStrike">
                <a:solidFill>
                  <a:srgbClr val="FFE699"/>
                </a:solidFill>
                <a:effectLst/>
                <a:uFillTx/>
                <a:latin typeface="Open Sans"/>
              </a:rPr>
              <a:t> </a:t>
            </a:r>
            <a:endParaRPr lang="en-US" sz="3500" b="0" u="none" strike="noStrike">
              <a:solidFill>
                <a:srgbClr val="000000"/>
              </a:solidFill>
              <a:effectLst/>
              <a:uFillTx/>
              <a:latin typeface="Arial"/>
            </a:endParaRPr>
          </a:p>
        </p:txBody>
      </p:sp>
    </p:spTree>
  </p:cSld>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85" name="Rectangle 4">
            <a:hlinkClick r:id="rId2" action="ppaction://hlinksldjump"/>
          </p:cNvPr>
          <p:cNvSpPr/>
          <p:nvPr/>
        </p:nvSpPr>
        <p:spPr>
          <a:xfrm>
            <a:off x="4011480" y="5719680"/>
            <a:ext cx="4166640" cy="474480"/>
          </a:xfrm>
          <a:prstGeom prst="rect">
            <a:avLst/>
          </a:prstGeom>
          <a:noFill/>
          <a:ln w="38160">
            <a:noFill/>
          </a:ln>
        </p:spPr>
        <p:style>
          <a:lnRef idx="0"/>
          <a:fillRef idx="0"/>
          <a:effectRef idx="0"/>
          <a:fontRef idx="minor"/>
        </p:style>
        <p:txBody>
          <a:bodyPr wrap="none"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2500" b="0" u="sng" strike="noStrike">
                <a:solidFill>
                  <a:srgbClr val="FFE699"/>
                </a:solidFill>
                <a:effectLst/>
                <a:uFillTx/>
                <a:latin typeface="Open Sans"/>
              </a:rPr>
              <a:t>Вернуться к выбору тем→</a:t>
            </a:r>
            <a:endParaRPr lang="en-US" sz="2500" b="0" u="none" strike="noStrike">
              <a:solidFill>
                <a:srgbClr val="000000"/>
              </a:solidFill>
              <a:effectLst/>
              <a:uFillTx/>
              <a:latin typeface="Arial"/>
            </a:endParaRPr>
          </a:p>
        </p:txBody>
      </p:sp>
      <p:sp>
        <p:nvSpPr>
          <p:cNvPr id="86" name="PlaceHolder 1"/>
          <p:cNvSpPr>
            <a:spLocks noGrp="1"/>
          </p:cNvSpPr>
          <p:nvPr>
            <p:ph type="title"/>
          </p:nvPr>
        </p:nvSpPr>
        <p:spPr>
          <a:xfrm>
            <a:off x="441000" y="958680"/>
            <a:ext cx="4470480" cy="1512720"/>
          </a:xfrm>
          <a:prstGeom prst="rect">
            <a:avLst/>
          </a:prstGeom>
          <a:noFill/>
          <a:ln w="0">
            <a:noFill/>
          </a:ln>
        </p:spPr>
        <p:txBody>
          <a:bodyPr lIns="91440" tIns="45720" rIns="91440" bIns="45720" anchor="ctr">
            <a:noAutofit/>
          </a:bodyPr>
          <a:p>
            <a:pPr indent="0" algn="ctr">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FFFFFF"/>
                </a:solidFill>
                <a:effectLst/>
                <a:uFillTx/>
                <a:latin typeface="Cascadia Code SemiBold"/>
              </a:rPr>
              <a:t>Спасо-Преображенский собор.Построен в память о погибших в русско-японской войне 1904-1905 гг.)</a:t>
            </a:r>
            <a:endParaRPr lang="en-US" sz="3200" b="0" u="none" strike="noStrike">
              <a:solidFill>
                <a:srgbClr val="44546A"/>
              </a:solidFill>
              <a:effectLst/>
              <a:uFillTx/>
              <a:latin typeface="Arial"/>
            </a:endParaRPr>
          </a:p>
        </p:txBody>
      </p:sp>
    </p:spTree>
  </p:cSld>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pic>
        <p:nvPicPr>
          <p:cNvPr id="87" name="Picture 4"/>
          <p:cNvPicPr/>
          <p:nvPr/>
        </p:nvPicPr>
        <p:blipFill>
          <a:blip r:embed="rId2"/>
          <a:stretch/>
        </p:blipFill>
        <p:spPr>
          <a:xfrm>
            <a:off x="9839160" y="6051240"/>
            <a:ext cx="2352600" cy="806760"/>
          </a:xfrm>
          <a:prstGeom prst="rect">
            <a:avLst/>
          </a:prstGeom>
          <a:noFill/>
          <a:ln w="38160">
            <a:noFill/>
          </a:ln>
        </p:spPr>
      </p:pic>
      <p:sp>
        <p:nvSpPr>
          <p:cNvPr id="88" name="Rectangle 7">
            <a:hlinkClick r:id="rId3" action="ppaction://hlinksldjump"/>
          </p:cNvPr>
          <p:cNvSpPr/>
          <p:nvPr/>
        </p:nvSpPr>
        <p:spPr>
          <a:xfrm>
            <a:off x="10215360" y="6195960"/>
            <a:ext cx="1754280" cy="398520"/>
          </a:xfrm>
          <a:prstGeom prst="rect">
            <a:avLst/>
          </a:prstGeom>
          <a:noFill/>
          <a:ln w="38160">
            <a:noFill/>
          </a:ln>
        </p:spPr>
        <p:style>
          <a:lnRef idx="0"/>
          <a:fillRef idx="0"/>
          <a:effectRef idx="0"/>
          <a:fontRef idx="minor"/>
        </p:style>
        <p:txBody>
          <a:bodyPr wrap="none"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2000" b="0" u="none" strike="noStrike">
                <a:solidFill>
                  <a:srgbClr val="FFFFFF"/>
                </a:solidFill>
                <a:effectLst/>
                <a:uFillTx/>
                <a:latin typeface="Open Sans"/>
              </a:rPr>
              <a:t>Узнать ответ</a:t>
            </a:r>
            <a:endParaRPr lang="en-US" sz="2000" b="0" u="none" strike="noStrike">
              <a:solidFill>
                <a:srgbClr val="000000"/>
              </a:solidFill>
              <a:effectLst/>
              <a:uFillTx/>
              <a:latin typeface="Arial"/>
            </a:endParaRPr>
          </a:p>
        </p:txBody>
      </p:sp>
      <p:sp>
        <p:nvSpPr>
          <p:cNvPr id="89" name="Прямоугольник 2"/>
          <p:cNvSpPr/>
          <p:nvPr/>
        </p:nvSpPr>
        <p:spPr>
          <a:xfrm>
            <a:off x="522000" y="104760"/>
            <a:ext cx="10285560" cy="1556280"/>
          </a:xfrm>
          <a:prstGeom prst="rect">
            <a:avLst/>
          </a:prstGeom>
          <a:no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3200" b="0" u="none" strike="noStrike">
                <a:solidFill>
                  <a:srgbClr val="FFFFFF"/>
                </a:solidFill>
                <a:effectLst/>
                <a:uFillTx/>
                <a:latin typeface="Cascadia Code SemiBold"/>
              </a:rPr>
              <a:t>О</a:t>
            </a:r>
            <a:r>
              <a:rPr lang="en-US" sz="3200" b="0" u="none" strike="noStrike">
                <a:solidFill>
                  <a:srgbClr val="FFFFFF"/>
                </a:solidFill>
                <a:effectLst/>
                <a:uFillTx/>
                <a:latin typeface="Cascadia Code SemiBold"/>
              </a:rPr>
              <a:t>пределит</a:t>
            </a:r>
            <a:r>
              <a:rPr lang="ru-RU" sz="3200" b="0" u="none" strike="noStrike">
                <a:solidFill>
                  <a:srgbClr val="FFFFFF"/>
                </a:solidFill>
                <a:effectLst/>
                <a:uFillTx/>
                <a:latin typeface="Cascadia Code SemiBold"/>
              </a:rPr>
              <a:t>е</a:t>
            </a:r>
            <a:r>
              <a:rPr lang="en-US" sz="3200" b="0" u="none" strike="noStrike">
                <a:solidFill>
                  <a:srgbClr val="FFFFFF"/>
                </a:solidFill>
                <a:effectLst/>
                <a:uFillTx/>
                <a:latin typeface="Cascadia Code SemiBold"/>
              </a:rPr>
              <a:t>,</a:t>
            </a:r>
            <a:r>
              <a:rPr lang="ru-RU" sz="3200" b="0" u="none" strike="noStrike">
                <a:solidFill>
                  <a:srgbClr val="FFFFFF"/>
                </a:solidFill>
                <a:effectLst/>
                <a:uFillTx/>
                <a:latin typeface="Cascadia Code SemiBold"/>
              </a:rPr>
              <a:t>что это за улица.Какое здание изображено на фотографии и что это за здание сейчас</a:t>
            </a:r>
            <a:endParaRPr lang="en-US" sz="3200" b="0" u="none" strike="noStrike">
              <a:solidFill>
                <a:srgbClr val="000000"/>
              </a:solidFill>
              <a:effectLst/>
              <a:uFillTx/>
              <a:latin typeface="Arial"/>
            </a:endParaRPr>
          </a:p>
        </p:txBody>
      </p:sp>
      <p:pic>
        <p:nvPicPr>
          <p:cNvPr id="90" name="Изображение 3" descr="i"/>
          <p:cNvPicPr/>
          <p:nvPr/>
        </p:nvPicPr>
        <p:blipFill>
          <a:blip r:embed="rId4"/>
          <a:srcRect l="0" t="7250" r="0" b="0"/>
          <a:stretch/>
        </p:blipFill>
        <p:spPr>
          <a:xfrm>
            <a:off x="1696680" y="1672920"/>
            <a:ext cx="7767720" cy="4751640"/>
          </a:xfrm>
          <a:prstGeom prst="rect">
            <a:avLst/>
          </a:prstGeom>
          <a:noFill/>
          <a:ln w="38160">
            <a:noFill/>
          </a:ln>
        </p:spPr>
      </p:pic>
    </p:spTree>
  </p:cSld>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91" name="Rectangle 4">
            <a:hlinkClick r:id="rId2" action="ppaction://hlinksldjump"/>
          </p:cNvPr>
          <p:cNvSpPr/>
          <p:nvPr/>
        </p:nvSpPr>
        <p:spPr>
          <a:xfrm>
            <a:off x="4011480" y="5719680"/>
            <a:ext cx="4166640" cy="474480"/>
          </a:xfrm>
          <a:prstGeom prst="rect">
            <a:avLst/>
          </a:prstGeom>
          <a:noFill/>
          <a:ln w="38160">
            <a:noFill/>
          </a:ln>
        </p:spPr>
        <p:style>
          <a:lnRef idx="0"/>
          <a:fillRef idx="0"/>
          <a:effectRef idx="0"/>
          <a:fontRef idx="minor"/>
        </p:style>
        <p:txBody>
          <a:bodyPr wrap="none"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2500" b="0" u="sng" strike="noStrike">
                <a:solidFill>
                  <a:srgbClr val="FFE699"/>
                </a:solidFill>
                <a:effectLst/>
                <a:uFillTx/>
                <a:latin typeface="Open Sans"/>
              </a:rPr>
              <a:t>Вернуться к выбору тем→</a:t>
            </a:r>
            <a:endParaRPr lang="en-US" sz="2500" b="0" u="none" strike="noStrike">
              <a:solidFill>
                <a:srgbClr val="000000"/>
              </a:solidFill>
              <a:effectLst/>
              <a:uFillTx/>
              <a:latin typeface="Arial"/>
            </a:endParaRPr>
          </a:p>
        </p:txBody>
      </p:sp>
      <p:sp>
        <p:nvSpPr>
          <p:cNvPr id="92" name="PlaceHolder 1"/>
          <p:cNvSpPr>
            <a:spLocks noGrp="1"/>
          </p:cNvSpPr>
          <p:nvPr>
            <p:ph type="title"/>
          </p:nvPr>
        </p:nvSpPr>
        <p:spPr>
          <a:xfrm>
            <a:off x="715320" y="347040"/>
            <a:ext cx="10760040" cy="1513080"/>
          </a:xfrm>
          <a:prstGeom prst="rect">
            <a:avLst/>
          </a:prstGeom>
          <a:noFill/>
          <a:ln w="0">
            <a:noFill/>
          </a:ln>
        </p:spPr>
        <p:txBody>
          <a:bodyPr lIns="91440" tIns="45720" rIns="91440" bIns="45720" anchor="ctr">
            <a:noAutofit/>
          </a:bodyPr>
          <a:p>
            <a:pPr indent="0" algn="ctr">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2400" b="0" u="none" strike="noStrike">
                <a:solidFill>
                  <a:srgbClr val="FFFFFF"/>
                </a:solidFill>
                <a:effectLst/>
                <a:uFillTx/>
                <a:latin typeface="Cascadia Code SemiBold"/>
              </a:rPr>
              <a:t>Центральная улица города Муравьева-Амурского.Библиотека Приамурского отдела Императорского Русского географического общества.В наши дни это Дальневосточная государственная научная библиотека</a:t>
            </a:r>
            <a:endParaRPr lang="en-US" sz="2400" b="0" u="none" strike="noStrike">
              <a:solidFill>
                <a:srgbClr val="44546A"/>
              </a:solidFill>
              <a:effectLst/>
              <a:uFillTx/>
              <a:latin typeface="Arial"/>
            </a:endParaRPr>
          </a:p>
        </p:txBody>
      </p:sp>
      <p:pic>
        <p:nvPicPr>
          <p:cNvPr id="93" name="Изображение 1" descr="644"/>
          <p:cNvPicPr/>
          <p:nvPr/>
        </p:nvPicPr>
        <p:blipFill>
          <a:blip r:embed="rId3"/>
          <a:stretch/>
        </p:blipFill>
        <p:spPr>
          <a:xfrm>
            <a:off x="3836880" y="2288880"/>
            <a:ext cx="4519440" cy="3000600"/>
          </a:xfrm>
          <a:prstGeom prst="rect">
            <a:avLst/>
          </a:prstGeom>
          <a:noFill/>
          <a:ln w="38160">
            <a:noFill/>
          </a:ln>
        </p:spPr>
      </p:pic>
    </p:spTree>
  </p:cSld>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pic>
        <p:nvPicPr>
          <p:cNvPr id="94" name="Picture 4"/>
          <p:cNvPicPr/>
          <p:nvPr/>
        </p:nvPicPr>
        <p:blipFill>
          <a:blip r:embed="rId2"/>
          <a:stretch/>
        </p:blipFill>
        <p:spPr>
          <a:xfrm>
            <a:off x="4836960" y="5499000"/>
            <a:ext cx="2351160" cy="806400"/>
          </a:xfrm>
          <a:prstGeom prst="rect">
            <a:avLst/>
          </a:prstGeom>
          <a:noFill/>
          <a:ln w="38160">
            <a:noFill/>
          </a:ln>
        </p:spPr>
      </p:pic>
      <p:sp>
        <p:nvSpPr>
          <p:cNvPr id="95" name="Rectangle 7">
            <a:hlinkClick r:id="rId3" action="ppaction://hlinksldjump"/>
          </p:cNvPr>
          <p:cNvSpPr/>
          <p:nvPr/>
        </p:nvSpPr>
        <p:spPr>
          <a:xfrm>
            <a:off x="5219280" y="5690880"/>
            <a:ext cx="1754280" cy="398520"/>
          </a:xfrm>
          <a:prstGeom prst="rect">
            <a:avLst/>
          </a:prstGeom>
          <a:noFill/>
          <a:ln w="38160">
            <a:noFill/>
          </a:ln>
        </p:spPr>
        <p:style>
          <a:lnRef idx="0"/>
          <a:fillRef idx="0"/>
          <a:effectRef idx="0"/>
          <a:fontRef idx="minor"/>
        </p:style>
        <p:txBody>
          <a:bodyPr wrap="none"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2000" b="0" u="none" strike="noStrike">
                <a:solidFill>
                  <a:srgbClr val="FFFFFF"/>
                </a:solidFill>
                <a:effectLst/>
                <a:uFillTx/>
                <a:latin typeface="Open Sans"/>
              </a:rPr>
              <a:t>Узнать ответ</a:t>
            </a:r>
            <a:endParaRPr lang="en-US" sz="2000" b="0" u="none" strike="noStrike">
              <a:solidFill>
                <a:srgbClr val="000000"/>
              </a:solidFill>
              <a:effectLst/>
              <a:uFillTx/>
              <a:latin typeface="Arial"/>
            </a:endParaRPr>
          </a:p>
        </p:txBody>
      </p:sp>
      <p:sp>
        <p:nvSpPr>
          <p:cNvPr id="96" name="Прямоугольник 2"/>
          <p:cNvSpPr/>
          <p:nvPr/>
        </p:nvSpPr>
        <p:spPr>
          <a:xfrm>
            <a:off x="1474560" y="1160280"/>
            <a:ext cx="9244080" cy="3292920"/>
          </a:xfrm>
          <a:prstGeom prst="rect">
            <a:avLst/>
          </a:prstGeom>
          <a:no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500" b="0" u="none" strike="noStrike">
                <a:solidFill>
                  <a:srgbClr val="FFFFFF"/>
                </a:solidFill>
                <a:effectLst/>
                <a:uFillTx/>
                <a:latin typeface="Cascadia Code SemiBold"/>
              </a:rPr>
              <a:t>Н</a:t>
            </a:r>
            <a:r>
              <a:rPr lang="ru-RU" sz="3500" b="0" u="none" strike="noStrike">
                <a:solidFill>
                  <a:srgbClr val="FFFFFF"/>
                </a:solidFill>
                <a:effectLst/>
                <a:uFillTx/>
                <a:latin typeface="Cascadia Code SemiBold"/>
              </a:rPr>
              <a:t>азовите </a:t>
            </a:r>
            <a:r>
              <a:rPr lang="en-US" sz="3500" b="0" u="none" strike="noStrike">
                <a:solidFill>
                  <a:srgbClr val="FFFFFF"/>
                </a:solidFill>
                <a:effectLst/>
                <a:uFillTx/>
                <a:latin typeface="Cascadia Code SemiBold"/>
              </a:rPr>
              <a:t>место, где 31 мая 1858 года солдаты 13-го линейного Сибирского батальона под командованием капитана Якова Дьяченко основали военный пост. Сейчас там стоит памятный камень. Что написано на нем?</a:t>
            </a:r>
            <a:endParaRPr lang="en-US" sz="3500" b="0" u="none" strike="noStrike">
              <a:solidFill>
                <a:srgbClr val="000000"/>
              </a:solidFill>
              <a:effectLst/>
              <a:uFillTx/>
              <a:latin typeface="Arial"/>
            </a:endParaRPr>
          </a:p>
        </p:txBody>
      </p:sp>
    </p:spTree>
  </p:cSld>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97" name="Rectangle 4">
            <a:hlinkClick r:id="rId2" action="ppaction://hlinksldjump"/>
          </p:cNvPr>
          <p:cNvSpPr/>
          <p:nvPr/>
        </p:nvSpPr>
        <p:spPr>
          <a:xfrm>
            <a:off x="4011480" y="5719680"/>
            <a:ext cx="4166640" cy="474480"/>
          </a:xfrm>
          <a:prstGeom prst="rect">
            <a:avLst/>
          </a:prstGeom>
          <a:noFill/>
          <a:ln w="38160">
            <a:noFill/>
          </a:ln>
        </p:spPr>
        <p:style>
          <a:lnRef idx="0"/>
          <a:fillRef idx="0"/>
          <a:effectRef idx="0"/>
          <a:fontRef idx="minor"/>
        </p:style>
        <p:txBody>
          <a:bodyPr wrap="none"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2500" b="0" u="sng" strike="noStrike">
                <a:solidFill>
                  <a:srgbClr val="FFE699"/>
                </a:solidFill>
                <a:effectLst/>
                <a:uFillTx/>
                <a:latin typeface="Open Sans"/>
              </a:rPr>
              <a:t>Вернуться к выбору тем→</a:t>
            </a:r>
            <a:endParaRPr lang="en-US" sz="2500" b="0" u="none" strike="noStrike">
              <a:solidFill>
                <a:srgbClr val="000000"/>
              </a:solidFill>
              <a:effectLst/>
              <a:uFillTx/>
              <a:latin typeface="Arial"/>
            </a:endParaRPr>
          </a:p>
        </p:txBody>
      </p:sp>
      <p:sp>
        <p:nvSpPr>
          <p:cNvPr id="98" name="PlaceHolder 1"/>
          <p:cNvSpPr>
            <a:spLocks noGrp="1"/>
          </p:cNvSpPr>
          <p:nvPr>
            <p:ph type="title"/>
          </p:nvPr>
        </p:nvSpPr>
        <p:spPr>
          <a:xfrm>
            <a:off x="862920" y="242280"/>
            <a:ext cx="10758600" cy="1513080"/>
          </a:xfrm>
          <a:prstGeom prst="rect">
            <a:avLst/>
          </a:prstGeom>
          <a:noFill/>
          <a:ln w="0">
            <a:noFill/>
          </a:ln>
        </p:spPr>
        <p:txBody>
          <a:bodyPr lIns="91440" tIns="45720" rIns="91440" bIns="45720" anchor="ctr">
            <a:noAutofit/>
          </a:bodyPr>
          <a:p>
            <a:pPr indent="0" algn="ctr">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FFFFFF"/>
                </a:solidFill>
                <a:effectLst/>
                <a:uFillTx/>
                <a:latin typeface="Cascadia Code SemiBold"/>
              </a:rPr>
              <a:t>Памятный камень на Утесе, надпись: "Здесь в 1858 году основан </a:t>
            </a:r>
            <a:r>
              <a:rPr lang="ru-RU" sz="2800" b="0" u="none" strike="noStrike">
                <a:solidFill>
                  <a:srgbClr val="FFFFFF"/>
                </a:solidFill>
                <a:effectLst/>
                <a:uFillTx/>
                <a:latin typeface="Cascadia Code SemiBold"/>
              </a:rPr>
              <a:t>пост</a:t>
            </a:r>
            <a:r>
              <a:rPr lang="en-US" sz="2800" b="0" u="none" strike="noStrike">
                <a:solidFill>
                  <a:srgbClr val="FFFFFF"/>
                </a:solidFill>
                <a:effectLst/>
                <a:uFillTx/>
                <a:latin typeface="Cascadia Code SemiBold"/>
              </a:rPr>
              <a:t> Хабаровск</a:t>
            </a:r>
            <a:r>
              <a:rPr lang="ru-RU" sz="2800" b="0" u="none" strike="noStrike">
                <a:solidFill>
                  <a:srgbClr val="FFFFFF"/>
                </a:solidFill>
                <a:effectLst/>
                <a:uFillTx/>
                <a:latin typeface="Cascadia Code SemiBold"/>
              </a:rPr>
              <a:t>а</a:t>
            </a:r>
            <a:r>
              <a:rPr lang="en-US" sz="2800" b="0" u="none" strike="noStrike">
                <a:solidFill>
                  <a:srgbClr val="FFFFFF"/>
                </a:solidFill>
                <a:effectLst/>
                <a:uFillTx/>
                <a:latin typeface="Cascadia Code SemiBold"/>
              </a:rPr>
              <a:t>"</a:t>
            </a:r>
            <a:endParaRPr lang="en-US" sz="2800" b="0" u="none" strike="noStrike">
              <a:solidFill>
                <a:srgbClr val="44546A"/>
              </a:solidFill>
              <a:effectLst/>
              <a:uFillTx/>
              <a:latin typeface="Arial"/>
            </a:endParaRPr>
          </a:p>
        </p:txBody>
      </p:sp>
      <p:pic>
        <p:nvPicPr>
          <p:cNvPr id="99" name="Изображение 1" descr="памятник"/>
          <p:cNvPicPr/>
          <p:nvPr/>
        </p:nvPicPr>
        <p:blipFill>
          <a:blip r:embed="rId3"/>
          <a:stretch/>
        </p:blipFill>
        <p:spPr>
          <a:xfrm>
            <a:off x="3416040" y="1653840"/>
            <a:ext cx="5359320" cy="3865680"/>
          </a:xfrm>
          <a:prstGeom prst="rect">
            <a:avLst/>
          </a:prstGeom>
          <a:noFill/>
          <a:ln w="38160">
            <a:noFill/>
          </a:ln>
        </p:spPr>
      </p:pic>
    </p:spTree>
  </p:cSld>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pic>
        <p:nvPicPr>
          <p:cNvPr id="100" name="Picture 4"/>
          <p:cNvPicPr/>
          <p:nvPr/>
        </p:nvPicPr>
        <p:blipFill>
          <a:blip r:embed="rId2"/>
          <a:stretch/>
        </p:blipFill>
        <p:spPr>
          <a:xfrm>
            <a:off x="4836960" y="5499000"/>
            <a:ext cx="2351160" cy="806400"/>
          </a:xfrm>
          <a:prstGeom prst="rect">
            <a:avLst/>
          </a:prstGeom>
          <a:noFill/>
          <a:ln w="38160">
            <a:noFill/>
          </a:ln>
        </p:spPr>
      </p:pic>
      <p:sp>
        <p:nvSpPr>
          <p:cNvPr id="101" name="Rectangle 7">
            <a:hlinkClick r:id="rId3" action="ppaction://hlinksldjump"/>
          </p:cNvPr>
          <p:cNvSpPr/>
          <p:nvPr/>
        </p:nvSpPr>
        <p:spPr>
          <a:xfrm>
            <a:off x="5219280" y="5690880"/>
            <a:ext cx="1754280" cy="398520"/>
          </a:xfrm>
          <a:prstGeom prst="rect">
            <a:avLst/>
          </a:prstGeom>
          <a:noFill/>
          <a:ln w="38160">
            <a:noFill/>
          </a:ln>
        </p:spPr>
        <p:style>
          <a:lnRef idx="0"/>
          <a:fillRef idx="0"/>
          <a:effectRef idx="0"/>
          <a:fontRef idx="minor"/>
        </p:style>
        <p:txBody>
          <a:bodyPr wrap="none"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2000" b="0" u="none" strike="noStrike">
                <a:solidFill>
                  <a:srgbClr val="FFFFFF"/>
                </a:solidFill>
                <a:effectLst/>
                <a:uFillTx/>
                <a:latin typeface="Open Sans"/>
              </a:rPr>
              <a:t>Узнать ответ</a:t>
            </a:r>
            <a:endParaRPr lang="en-US" sz="2000" b="0" u="none" strike="noStrike">
              <a:solidFill>
                <a:srgbClr val="000000"/>
              </a:solidFill>
              <a:effectLst/>
              <a:uFillTx/>
              <a:latin typeface="Arial"/>
            </a:endParaRPr>
          </a:p>
        </p:txBody>
      </p:sp>
      <p:sp>
        <p:nvSpPr>
          <p:cNvPr id="102" name="Прямоугольник 2"/>
          <p:cNvSpPr/>
          <p:nvPr/>
        </p:nvSpPr>
        <p:spPr>
          <a:xfrm>
            <a:off x="1900080" y="582480"/>
            <a:ext cx="8582040" cy="3655800"/>
          </a:xfrm>
          <a:prstGeom prst="rect">
            <a:avLst/>
          </a:prstGeom>
          <a:noFill/>
          <a:ln w="38160">
            <a:noFill/>
          </a:ln>
        </p:spPr>
        <p:style>
          <a:lnRef idx="0"/>
          <a:fillRef idx="0"/>
          <a:effectRef idx="0"/>
          <a:fontRef idx="minor"/>
        </p:style>
        <p:txBody>
          <a:bodyPr lIns="90000" tIns="46800" rIns="90000" bIns="46800" anchor="t">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500" b="0" u="none" strike="noStrike">
                <a:solidFill>
                  <a:srgbClr val="FFFFFF"/>
                </a:solidFill>
                <a:effectLst/>
                <a:uFillTx/>
                <a:latin typeface="Open Sans"/>
              </a:rPr>
              <a:t>4 апреля 1920 года во время провокационного выступления японцев здание (как штаб, исполком) сильно пострадало от артобстрела. Как повествуют историки, целью японского орудия был именно "дом купца Архипова", как его по привычке называли в те годы.</a:t>
            </a:r>
            <a:r>
              <a:rPr lang="ru-RU" sz="3500" b="0" u="none" strike="noStrike">
                <a:solidFill>
                  <a:srgbClr val="FFFFFF"/>
                </a:solidFill>
                <a:effectLst/>
                <a:uFillTx/>
                <a:latin typeface="Open Sans"/>
              </a:rPr>
              <a:t> Назовите здание</a:t>
            </a:r>
            <a:r>
              <a:rPr lang="en-US" sz="3500" b="0" u="none" strike="noStrike">
                <a:solidFill>
                  <a:srgbClr val="FFFFFF"/>
                </a:solidFill>
                <a:effectLst/>
                <a:uFillTx/>
                <a:latin typeface="Open Sans"/>
              </a:rPr>
              <a:t>.</a:t>
            </a:r>
            <a:endParaRPr lang="en-US" sz="3500" b="0" u="none" strike="noStrike">
              <a:solidFill>
                <a:srgbClr val="000000"/>
              </a:solidFill>
              <a:effectLst/>
              <a:uFillTx/>
              <a:latin typeface="Arial"/>
            </a:endParaRPr>
          </a:p>
        </p:txBody>
      </p:sp>
    </p:spTree>
  </p:cSld>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03" name="Rectangle 4">
            <a:hlinkClick r:id="rId2" action="ppaction://hlinksldjump"/>
          </p:cNvPr>
          <p:cNvSpPr/>
          <p:nvPr/>
        </p:nvSpPr>
        <p:spPr>
          <a:xfrm>
            <a:off x="4011480" y="5719680"/>
            <a:ext cx="4166640" cy="474480"/>
          </a:xfrm>
          <a:prstGeom prst="rect">
            <a:avLst/>
          </a:prstGeom>
          <a:noFill/>
          <a:ln w="38160">
            <a:noFill/>
          </a:ln>
        </p:spPr>
        <p:style>
          <a:lnRef idx="0"/>
          <a:fillRef idx="0"/>
          <a:effectRef idx="0"/>
          <a:fontRef idx="minor"/>
        </p:style>
        <p:txBody>
          <a:bodyPr wrap="none"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2500" b="0" u="sng" strike="noStrike">
                <a:solidFill>
                  <a:srgbClr val="FFE699"/>
                </a:solidFill>
                <a:effectLst/>
                <a:uFillTx/>
                <a:latin typeface="Open Sans"/>
              </a:rPr>
              <a:t>Вернуться к выбору тем→</a:t>
            </a:r>
            <a:endParaRPr lang="en-US" sz="2500" b="0" u="none" strike="noStrike">
              <a:solidFill>
                <a:srgbClr val="000000"/>
              </a:solidFill>
              <a:effectLst/>
              <a:uFillTx/>
              <a:latin typeface="Arial"/>
            </a:endParaRPr>
          </a:p>
        </p:txBody>
      </p:sp>
      <p:sp>
        <p:nvSpPr>
          <p:cNvPr id="104" name="PlaceHolder 1"/>
          <p:cNvSpPr>
            <a:spLocks noGrp="1"/>
          </p:cNvSpPr>
          <p:nvPr>
            <p:ph type="title"/>
          </p:nvPr>
        </p:nvSpPr>
        <p:spPr>
          <a:xfrm>
            <a:off x="609120" y="106200"/>
            <a:ext cx="10760040" cy="1512720"/>
          </a:xfrm>
          <a:prstGeom prst="rect">
            <a:avLst/>
          </a:prstGeom>
          <a:noFill/>
          <a:ln w="0">
            <a:noFill/>
          </a:ln>
        </p:spPr>
        <p:txBody>
          <a:bodyPr lIns="91440" tIns="45720" rIns="91440" bIns="4572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5400" b="0" u="none" strike="noStrike">
                <a:solidFill>
                  <a:srgbClr val="FFFFFF"/>
                </a:solidFill>
                <a:effectLst/>
                <a:uFillTx/>
                <a:latin typeface="Arial"/>
              </a:rPr>
              <a:t>Хабаровский ЦУМ</a:t>
            </a:r>
            <a:endParaRPr lang="en-US" sz="5400" b="0" u="none" strike="noStrike">
              <a:solidFill>
                <a:srgbClr val="44546A"/>
              </a:solidFill>
              <a:effectLst/>
              <a:uFillTx/>
              <a:latin typeface="Arial"/>
            </a:endParaRPr>
          </a:p>
        </p:txBody>
      </p:sp>
      <p:pic>
        <p:nvPicPr>
          <p:cNvPr id="105" name="Изображение 1" descr="ЦУМ 7"/>
          <p:cNvPicPr/>
          <p:nvPr/>
        </p:nvPicPr>
        <p:blipFill>
          <a:blip r:embed="rId3"/>
          <a:stretch/>
        </p:blipFill>
        <p:spPr>
          <a:xfrm>
            <a:off x="3560760" y="1552320"/>
            <a:ext cx="5070240" cy="4006800"/>
          </a:xfrm>
          <a:prstGeom prst="rect">
            <a:avLst/>
          </a:prstGeom>
          <a:noFill/>
          <a:ln w="38160">
            <a:noFill/>
          </a:ln>
        </p:spPr>
      </p:pic>
    </p:spTree>
  </p:cSld>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pic>
        <p:nvPicPr>
          <p:cNvPr id="106" name="Picture 4"/>
          <p:cNvPicPr/>
          <p:nvPr/>
        </p:nvPicPr>
        <p:blipFill>
          <a:blip r:embed="rId2"/>
          <a:stretch/>
        </p:blipFill>
        <p:spPr>
          <a:xfrm>
            <a:off x="4836960" y="5499000"/>
            <a:ext cx="2351160" cy="806400"/>
          </a:xfrm>
          <a:prstGeom prst="rect">
            <a:avLst/>
          </a:prstGeom>
          <a:noFill/>
          <a:ln w="38160">
            <a:noFill/>
          </a:ln>
        </p:spPr>
      </p:pic>
      <p:sp>
        <p:nvSpPr>
          <p:cNvPr id="107" name="Rectangle 7">
            <a:hlinkClick r:id="rId3" action="ppaction://hlinksldjump"/>
          </p:cNvPr>
          <p:cNvSpPr/>
          <p:nvPr/>
        </p:nvSpPr>
        <p:spPr>
          <a:xfrm>
            <a:off x="5219280" y="5690880"/>
            <a:ext cx="1754280" cy="398520"/>
          </a:xfrm>
          <a:prstGeom prst="rect">
            <a:avLst/>
          </a:prstGeom>
          <a:noFill/>
          <a:ln w="38160">
            <a:noFill/>
          </a:ln>
        </p:spPr>
        <p:style>
          <a:lnRef idx="0"/>
          <a:fillRef idx="0"/>
          <a:effectRef idx="0"/>
          <a:fontRef idx="minor"/>
        </p:style>
        <p:txBody>
          <a:bodyPr wrap="none"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2000" b="0" u="none" strike="noStrike">
                <a:solidFill>
                  <a:srgbClr val="FFFFFF"/>
                </a:solidFill>
                <a:effectLst/>
                <a:uFillTx/>
                <a:latin typeface="Open Sans"/>
              </a:rPr>
              <a:t>Узнать ответ</a:t>
            </a:r>
            <a:endParaRPr lang="en-US" sz="2000" b="0" u="none" strike="noStrike">
              <a:solidFill>
                <a:srgbClr val="000000"/>
              </a:solidFill>
              <a:effectLst/>
              <a:uFillTx/>
              <a:latin typeface="Arial"/>
            </a:endParaRPr>
          </a:p>
        </p:txBody>
      </p:sp>
      <p:sp>
        <p:nvSpPr>
          <p:cNvPr id="108" name="Прямоугольник 2"/>
          <p:cNvSpPr/>
          <p:nvPr/>
        </p:nvSpPr>
        <p:spPr>
          <a:xfrm>
            <a:off x="185400" y="552240"/>
            <a:ext cx="7277400" cy="1068840"/>
          </a:xfrm>
          <a:prstGeom prst="rect">
            <a:avLst/>
          </a:prstGeom>
          <a:no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3200" b="0" u="none" strike="noStrike">
                <a:solidFill>
                  <a:srgbClr val="FFFFFF"/>
                </a:solidFill>
                <a:effectLst/>
                <a:uFillTx/>
                <a:latin typeface="Cascadia Code SemiBold"/>
              </a:rPr>
              <a:t>Какие 2 исторические личности изображены на фотографии?</a:t>
            </a:r>
            <a:endParaRPr lang="en-US" sz="3200" b="0" u="none" strike="noStrike">
              <a:solidFill>
                <a:srgbClr val="000000"/>
              </a:solidFill>
              <a:effectLst/>
              <a:uFillTx/>
              <a:latin typeface="Arial"/>
            </a:endParaRPr>
          </a:p>
        </p:txBody>
      </p:sp>
      <p:pic>
        <p:nvPicPr>
          <p:cNvPr id="109" name="Изображение 2"/>
          <p:cNvPicPr/>
          <p:nvPr/>
        </p:nvPicPr>
        <p:blipFill>
          <a:blip r:embed="rId4"/>
          <a:stretch/>
        </p:blipFill>
        <p:spPr>
          <a:xfrm>
            <a:off x="7621560" y="1292040"/>
            <a:ext cx="4114800" cy="4491000"/>
          </a:xfrm>
          <a:prstGeom prst="rect">
            <a:avLst/>
          </a:prstGeom>
          <a:noFill/>
          <a:ln w="38160">
            <a:noFill/>
          </a:ln>
        </p:spPr>
      </p:pic>
    </p:spTree>
  </p:cSld>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10" name="Rectangle 4">
            <a:hlinkClick r:id="rId2" action="ppaction://hlinksldjump"/>
          </p:cNvPr>
          <p:cNvSpPr/>
          <p:nvPr/>
        </p:nvSpPr>
        <p:spPr>
          <a:xfrm>
            <a:off x="4011480" y="5719680"/>
            <a:ext cx="4166640" cy="474480"/>
          </a:xfrm>
          <a:prstGeom prst="rect">
            <a:avLst/>
          </a:prstGeom>
          <a:noFill/>
          <a:ln w="38160">
            <a:noFill/>
          </a:ln>
        </p:spPr>
        <p:style>
          <a:lnRef idx="0"/>
          <a:fillRef idx="0"/>
          <a:effectRef idx="0"/>
          <a:fontRef idx="minor"/>
        </p:style>
        <p:txBody>
          <a:bodyPr wrap="none"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2500" b="0" u="sng" strike="noStrike">
                <a:solidFill>
                  <a:srgbClr val="FFE699"/>
                </a:solidFill>
                <a:effectLst/>
                <a:uFillTx/>
                <a:latin typeface="Open Sans"/>
              </a:rPr>
              <a:t>Вернуться к выбору тем→</a:t>
            </a:r>
            <a:endParaRPr lang="en-US" sz="2500" b="0" u="none" strike="noStrike">
              <a:solidFill>
                <a:srgbClr val="000000"/>
              </a:solidFill>
              <a:effectLst/>
              <a:uFillTx/>
              <a:latin typeface="Arial"/>
            </a:endParaRPr>
          </a:p>
        </p:txBody>
      </p:sp>
      <p:sp>
        <p:nvSpPr>
          <p:cNvPr id="111" name="PlaceHolder 1"/>
          <p:cNvSpPr>
            <a:spLocks noGrp="1"/>
          </p:cNvSpPr>
          <p:nvPr>
            <p:ph type="title"/>
          </p:nvPr>
        </p:nvSpPr>
        <p:spPr>
          <a:xfrm>
            <a:off x="715320" y="158040"/>
            <a:ext cx="10760040" cy="1513080"/>
          </a:xfrm>
          <a:prstGeom prst="rect">
            <a:avLst/>
          </a:prstGeom>
          <a:noFill/>
          <a:ln w="0">
            <a:noFill/>
          </a:ln>
        </p:spPr>
        <p:txBody>
          <a:bodyPr lIns="91440" tIns="45720" rIns="91440" bIns="45720" anchor="ctr">
            <a:noAutofit/>
          </a:bodyPr>
          <a:p>
            <a:pPr indent="0" algn="ctr">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3200" b="0" u="none" strike="noStrike">
                <a:solidFill>
                  <a:srgbClr val="FFFFFF"/>
                </a:solidFill>
                <a:effectLst/>
                <a:uFillTx/>
                <a:latin typeface="Cascadia Code SemiBold"/>
              </a:rPr>
              <a:t>Петр </a:t>
            </a:r>
            <a:r>
              <a:rPr lang="en-US" sz="3200" b="0" u="none" strike="noStrike">
                <a:solidFill>
                  <a:srgbClr val="FFFFFF"/>
                </a:solidFill>
                <a:effectLst/>
                <a:uFillTx/>
                <a:latin typeface="Cascadia Code SemiBold"/>
              </a:rPr>
              <a:t>I </a:t>
            </a:r>
            <a:r>
              <a:rPr lang="ru-RU" sz="3200" b="0" u="none" strike="noStrike">
                <a:solidFill>
                  <a:srgbClr val="FFFFFF"/>
                </a:solidFill>
                <a:effectLst/>
                <a:uFillTx/>
                <a:latin typeface="Cascadia Code SemiBold"/>
              </a:rPr>
              <a:t> и Иван Грозный</a:t>
            </a:r>
            <a:endParaRPr lang="en-US" sz="3200" b="0" u="none" strike="noStrike">
              <a:solidFill>
                <a:srgbClr val="44546A"/>
              </a:solidFill>
              <a:effectLst/>
              <a:uFillTx/>
              <a:latin typeface="Arial"/>
            </a:endParaRPr>
          </a:p>
        </p:txBody>
      </p:sp>
      <p:pic>
        <p:nvPicPr>
          <p:cNvPr id="112" name="Изображение 1"/>
          <p:cNvPicPr/>
          <p:nvPr/>
        </p:nvPicPr>
        <p:blipFill>
          <a:blip r:embed="rId3"/>
          <a:stretch/>
        </p:blipFill>
        <p:spPr>
          <a:xfrm>
            <a:off x="715680" y="1341360"/>
            <a:ext cx="3810240" cy="3943080"/>
          </a:xfrm>
          <a:prstGeom prst="rect">
            <a:avLst/>
          </a:prstGeom>
          <a:noFill/>
          <a:ln w="38160">
            <a:noFill/>
          </a:ln>
        </p:spPr>
      </p:pic>
      <p:pic>
        <p:nvPicPr>
          <p:cNvPr id="113" name="Изображение 2"/>
          <p:cNvPicPr/>
          <p:nvPr/>
        </p:nvPicPr>
        <p:blipFill>
          <a:blip r:embed="rId4"/>
          <a:stretch/>
        </p:blipFill>
        <p:spPr>
          <a:xfrm>
            <a:off x="6965640" y="1276200"/>
            <a:ext cx="4275360" cy="4008240"/>
          </a:xfrm>
          <a:prstGeom prst="rect">
            <a:avLst/>
          </a:prstGeom>
          <a:noFill/>
          <a:ln w="38160">
            <a:noFill/>
          </a:ln>
        </p:spPr>
      </p:pic>
    </p:spTree>
  </p:cSld>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pic>
        <p:nvPicPr>
          <p:cNvPr id="114" name="Picture 7"/>
          <p:cNvPicPr/>
          <p:nvPr/>
        </p:nvPicPr>
        <p:blipFill>
          <a:blip r:embed="rId2"/>
          <a:stretch/>
        </p:blipFill>
        <p:spPr>
          <a:xfrm>
            <a:off x="4836960" y="5499000"/>
            <a:ext cx="2351160" cy="806400"/>
          </a:xfrm>
          <a:prstGeom prst="rect">
            <a:avLst/>
          </a:prstGeom>
          <a:noFill/>
          <a:ln w="38160">
            <a:noFill/>
          </a:ln>
        </p:spPr>
      </p:pic>
      <p:sp>
        <p:nvSpPr>
          <p:cNvPr id="115" name="Rectangle 8">
            <a:hlinkClick r:id="rId3" action="ppaction://hlinksldjump"/>
          </p:cNvPr>
          <p:cNvSpPr/>
          <p:nvPr/>
        </p:nvSpPr>
        <p:spPr>
          <a:xfrm>
            <a:off x="5219280" y="5690880"/>
            <a:ext cx="1754280" cy="398520"/>
          </a:xfrm>
          <a:prstGeom prst="rect">
            <a:avLst/>
          </a:prstGeom>
          <a:noFill/>
          <a:ln w="38160">
            <a:noFill/>
          </a:ln>
        </p:spPr>
        <p:style>
          <a:lnRef idx="0"/>
          <a:fillRef idx="0"/>
          <a:effectRef idx="0"/>
          <a:fontRef idx="minor"/>
        </p:style>
        <p:txBody>
          <a:bodyPr wrap="none"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2000" b="0" u="none" strike="noStrike">
                <a:solidFill>
                  <a:srgbClr val="FFFFFF"/>
                </a:solidFill>
                <a:effectLst/>
                <a:uFillTx/>
                <a:latin typeface="Open Sans"/>
              </a:rPr>
              <a:t>Узнать ответ</a:t>
            </a:r>
            <a:endParaRPr lang="en-US" sz="2000" b="0" u="none" strike="noStrike">
              <a:solidFill>
                <a:srgbClr val="000000"/>
              </a:solidFill>
              <a:effectLst/>
              <a:uFillTx/>
              <a:latin typeface="Arial"/>
            </a:endParaRPr>
          </a:p>
        </p:txBody>
      </p:sp>
      <p:sp>
        <p:nvSpPr>
          <p:cNvPr id="116" name="Прямоугольник 2"/>
          <p:cNvSpPr/>
          <p:nvPr/>
        </p:nvSpPr>
        <p:spPr>
          <a:xfrm>
            <a:off x="426960" y="438120"/>
            <a:ext cx="7278480" cy="1693440"/>
          </a:xfrm>
          <a:prstGeom prst="rect">
            <a:avLst/>
          </a:prstGeom>
          <a:no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3500" b="0" u="none" strike="noStrike">
                <a:solidFill>
                  <a:srgbClr val="FFFFFF"/>
                </a:solidFill>
                <a:effectLst/>
                <a:uFillTx/>
                <a:latin typeface="Cascadia Code SemiBold"/>
              </a:rPr>
              <a:t>Какие 2 исторические личности изображены на фотографии?</a:t>
            </a:r>
            <a:endParaRPr lang="en-US" sz="3500" b="0" u="none" strike="noStrike">
              <a:solidFill>
                <a:srgbClr val="000000"/>
              </a:solidFill>
              <a:effectLst/>
              <a:uFillTx/>
              <a:latin typeface="Arial"/>
            </a:endParaRPr>
          </a:p>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3500" b="0" u="none" strike="noStrike">
              <a:solidFill>
                <a:srgbClr val="000000"/>
              </a:solidFill>
              <a:effectLst/>
              <a:uFillTx/>
              <a:latin typeface="Arial"/>
            </a:endParaRPr>
          </a:p>
        </p:txBody>
      </p:sp>
      <p:pic>
        <p:nvPicPr>
          <p:cNvPr id="117" name="Изображение 1"/>
          <p:cNvPicPr/>
          <p:nvPr/>
        </p:nvPicPr>
        <p:blipFill>
          <a:blip r:embed="rId4"/>
          <a:stretch/>
        </p:blipFill>
        <p:spPr>
          <a:xfrm>
            <a:off x="7705440" y="320400"/>
            <a:ext cx="4027680" cy="6248520"/>
          </a:xfrm>
          <a:prstGeom prst="rect">
            <a:avLst/>
          </a:prstGeom>
          <a:noFill/>
          <a:ln w="38160">
            <a:noFill/>
          </a:ln>
        </p:spPr>
      </p:pic>
    </p:spTree>
  </p:cSld>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18" name="Rectangle 4">
            <a:hlinkClick r:id="rId2" action="ppaction://hlinksldjump"/>
          </p:cNvPr>
          <p:cNvSpPr/>
          <p:nvPr/>
        </p:nvSpPr>
        <p:spPr>
          <a:xfrm>
            <a:off x="4011480" y="5719680"/>
            <a:ext cx="4166640" cy="474480"/>
          </a:xfrm>
          <a:prstGeom prst="rect">
            <a:avLst/>
          </a:prstGeom>
          <a:noFill/>
          <a:ln w="38160">
            <a:noFill/>
          </a:ln>
        </p:spPr>
        <p:style>
          <a:lnRef idx="0"/>
          <a:fillRef idx="0"/>
          <a:effectRef idx="0"/>
          <a:fontRef idx="minor"/>
        </p:style>
        <p:txBody>
          <a:bodyPr wrap="none"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2500" b="0" u="sng" strike="noStrike">
                <a:solidFill>
                  <a:srgbClr val="FFE699"/>
                </a:solidFill>
                <a:effectLst/>
                <a:uFillTx/>
                <a:latin typeface="Open Sans"/>
              </a:rPr>
              <a:t>Вернуться к выбору тем→</a:t>
            </a:r>
            <a:endParaRPr lang="en-US" sz="2500" b="0" u="none" strike="noStrike">
              <a:solidFill>
                <a:srgbClr val="000000"/>
              </a:solidFill>
              <a:effectLst/>
              <a:uFillTx/>
              <a:latin typeface="Arial"/>
            </a:endParaRPr>
          </a:p>
        </p:txBody>
      </p:sp>
      <p:sp>
        <p:nvSpPr>
          <p:cNvPr id="119" name="PlaceHolder 1"/>
          <p:cNvSpPr>
            <a:spLocks noGrp="1"/>
          </p:cNvSpPr>
          <p:nvPr>
            <p:ph type="title"/>
          </p:nvPr>
        </p:nvSpPr>
        <p:spPr>
          <a:xfrm>
            <a:off x="715320" y="106200"/>
            <a:ext cx="10760040" cy="1512720"/>
          </a:xfrm>
          <a:prstGeom prst="rect">
            <a:avLst/>
          </a:prstGeom>
          <a:noFill/>
          <a:ln w="0">
            <a:noFill/>
          </a:ln>
        </p:spPr>
        <p:txBody>
          <a:bodyPr lIns="91440" tIns="45720" rIns="91440" bIns="45720" anchor="ctr">
            <a:noAutofit/>
          </a:bodyPr>
          <a:p>
            <a:pPr indent="0" algn="ctr">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3600" b="0" u="none" strike="noStrike">
                <a:solidFill>
                  <a:srgbClr val="FFFFFF"/>
                </a:solidFill>
                <a:effectLst/>
                <a:uFillTx/>
                <a:latin typeface="Cascadia Code SemiBold"/>
              </a:rPr>
              <a:t>Екатерина 2 и Елизавета Петровна</a:t>
            </a:r>
            <a:r>
              <a:rPr lang="ru-RU" sz="2000" b="0" u="none" strike="noStrike">
                <a:solidFill>
                  <a:srgbClr val="FFFFFF"/>
                </a:solidFill>
                <a:effectLst/>
                <a:uFillTx/>
                <a:latin typeface="Arial"/>
              </a:rPr>
              <a:t> </a:t>
            </a:r>
            <a:endParaRPr lang="en-US" sz="2000" b="0" u="none" strike="noStrike">
              <a:solidFill>
                <a:srgbClr val="44546A"/>
              </a:solidFill>
              <a:effectLst/>
              <a:uFillTx/>
              <a:latin typeface="Arial"/>
            </a:endParaRPr>
          </a:p>
        </p:txBody>
      </p:sp>
      <p:pic>
        <p:nvPicPr>
          <p:cNvPr id="120" name="Изображение 1"/>
          <p:cNvPicPr/>
          <p:nvPr/>
        </p:nvPicPr>
        <p:blipFill>
          <a:blip r:embed="rId3"/>
          <a:stretch/>
        </p:blipFill>
        <p:spPr>
          <a:xfrm>
            <a:off x="7026120" y="1468080"/>
            <a:ext cx="3178080" cy="4140360"/>
          </a:xfrm>
          <a:prstGeom prst="rect">
            <a:avLst/>
          </a:prstGeom>
          <a:noFill/>
          <a:ln w="38160">
            <a:noFill/>
          </a:ln>
        </p:spPr>
      </p:pic>
      <p:pic>
        <p:nvPicPr>
          <p:cNvPr id="121" name="Изображение 2"/>
          <p:cNvPicPr/>
          <p:nvPr/>
        </p:nvPicPr>
        <p:blipFill>
          <a:blip r:embed="rId4"/>
          <a:stretch/>
        </p:blipFill>
        <p:spPr>
          <a:xfrm>
            <a:off x="2311200" y="1469880"/>
            <a:ext cx="3394080" cy="4138560"/>
          </a:xfrm>
          <a:prstGeom prst="rect">
            <a:avLst/>
          </a:prstGeom>
          <a:noFill/>
          <a:ln w="38160">
            <a:noFill/>
          </a:ln>
        </p:spPr>
      </p:pic>
    </p:spTree>
  </p:cSld>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pic>
        <p:nvPicPr>
          <p:cNvPr id="122" name="Picture 4"/>
          <p:cNvPicPr/>
          <p:nvPr/>
        </p:nvPicPr>
        <p:blipFill>
          <a:blip r:embed="rId2"/>
          <a:stretch/>
        </p:blipFill>
        <p:spPr>
          <a:xfrm>
            <a:off x="4836960" y="5499000"/>
            <a:ext cx="2351160" cy="806400"/>
          </a:xfrm>
          <a:prstGeom prst="rect">
            <a:avLst/>
          </a:prstGeom>
          <a:noFill/>
          <a:ln w="38160">
            <a:noFill/>
          </a:ln>
        </p:spPr>
      </p:pic>
      <p:sp>
        <p:nvSpPr>
          <p:cNvPr id="123" name="Rectangle 7"/>
          <p:cNvSpPr/>
          <p:nvPr/>
        </p:nvSpPr>
        <p:spPr>
          <a:xfrm>
            <a:off x="5219280" y="5690880"/>
            <a:ext cx="1754280" cy="398520"/>
          </a:xfrm>
          <a:prstGeom prst="rect">
            <a:avLst/>
          </a:prstGeom>
          <a:noFill/>
          <a:ln w="38160">
            <a:noFill/>
          </a:ln>
        </p:spPr>
        <p:style>
          <a:lnRef idx="0"/>
          <a:fillRef idx="0"/>
          <a:effectRef idx="0"/>
          <a:fontRef idx="minor"/>
        </p:style>
        <p:txBody>
          <a:bodyPr wrap="none"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2000" b="0" u="none" strike="noStrike">
                <a:solidFill>
                  <a:srgbClr val="FFFFFF"/>
                </a:solidFill>
                <a:effectLst/>
                <a:uFillTx/>
                <a:latin typeface="Open Sans"/>
              </a:rPr>
              <a:t>Узнать ответ</a:t>
            </a:r>
            <a:endParaRPr lang="en-US" sz="2000" b="0" u="none" strike="noStrike">
              <a:solidFill>
                <a:srgbClr val="000000"/>
              </a:solidFill>
              <a:effectLst/>
              <a:uFillTx/>
              <a:latin typeface="Arial"/>
            </a:endParaRPr>
          </a:p>
        </p:txBody>
      </p:sp>
      <p:sp>
        <p:nvSpPr>
          <p:cNvPr id="124" name="Прямоугольник 2"/>
          <p:cNvSpPr/>
          <p:nvPr/>
        </p:nvSpPr>
        <p:spPr>
          <a:xfrm>
            <a:off x="133200" y="382320"/>
            <a:ext cx="7277040" cy="833400"/>
          </a:xfrm>
          <a:prstGeom prst="rect">
            <a:avLst/>
          </a:prstGeom>
          <a:noFill/>
          <a:ln w="38160">
            <a:noFill/>
          </a:ln>
        </p:spPr>
        <p:style>
          <a:lnRef idx="0"/>
          <a:fillRef idx="0"/>
          <a:effectRef idx="0"/>
          <a:fontRef idx="minor"/>
        </p:style>
        <p:txBody>
          <a:bodyPr lIns="90000" tIns="46800" rIns="90000" bIns="46800" anchor="t">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Arial"/>
            </a:endParaRPr>
          </a:p>
        </p:txBody>
      </p:sp>
      <p:sp>
        <p:nvSpPr>
          <p:cNvPr id="125" name="Текстовое поле 1"/>
          <p:cNvSpPr/>
          <p:nvPr/>
        </p:nvSpPr>
        <p:spPr>
          <a:xfrm>
            <a:off x="376200" y="290160"/>
            <a:ext cx="6095880" cy="2226600"/>
          </a:xfrm>
          <a:prstGeom prst="rect">
            <a:avLst/>
          </a:prstGeom>
          <a:no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3500" b="0" u="none" strike="noStrike">
                <a:solidFill>
                  <a:srgbClr val="FFFFFF"/>
                </a:solidFill>
                <a:effectLst/>
                <a:uFillTx/>
                <a:latin typeface="Cascadia Code SemiBold"/>
              </a:rPr>
              <a:t>Какие 2 исторические личности изображены на фотографии?</a:t>
            </a:r>
            <a:endParaRPr lang="en-US" sz="3500" b="0" u="none" strike="noStrike">
              <a:solidFill>
                <a:srgbClr val="000000"/>
              </a:solidFill>
              <a:effectLst/>
              <a:uFillTx/>
              <a:latin typeface="Arial"/>
            </a:endParaRPr>
          </a:p>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3500" b="0" u="none" strike="noStrike">
              <a:solidFill>
                <a:srgbClr val="000000"/>
              </a:solidFill>
              <a:effectLst/>
              <a:uFillTx/>
              <a:latin typeface="Arial"/>
            </a:endParaRPr>
          </a:p>
        </p:txBody>
      </p:sp>
      <p:pic>
        <p:nvPicPr>
          <p:cNvPr id="126" name="Изображение 2"/>
          <p:cNvPicPr/>
          <p:nvPr/>
        </p:nvPicPr>
        <p:blipFill>
          <a:blip r:embed="rId3"/>
          <a:stretch/>
        </p:blipFill>
        <p:spPr>
          <a:xfrm>
            <a:off x="7410240" y="382320"/>
            <a:ext cx="4172040" cy="5307120"/>
          </a:xfrm>
          <a:prstGeom prst="rect">
            <a:avLst/>
          </a:prstGeom>
          <a:noFill/>
          <a:ln w="38160">
            <a:noFill/>
          </a:ln>
        </p:spPr>
      </p:pic>
    </p:spTree>
  </p:cSld>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27" name="Rectangle 4"/>
          <p:cNvSpPr/>
          <p:nvPr/>
        </p:nvSpPr>
        <p:spPr>
          <a:xfrm>
            <a:off x="4011480" y="5719680"/>
            <a:ext cx="4166640" cy="474480"/>
          </a:xfrm>
          <a:prstGeom prst="rect">
            <a:avLst/>
          </a:prstGeom>
          <a:noFill/>
          <a:ln w="38160">
            <a:noFill/>
          </a:ln>
        </p:spPr>
        <p:style>
          <a:lnRef idx="0"/>
          <a:fillRef idx="0"/>
          <a:effectRef idx="0"/>
          <a:fontRef idx="minor"/>
        </p:style>
        <p:txBody>
          <a:bodyPr wrap="none"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2500" b="0" u="sng" strike="noStrike">
                <a:solidFill>
                  <a:srgbClr val="FFE699"/>
                </a:solidFill>
                <a:effectLst/>
                <a:uFillTx/>
                <a:latin typeface="Open Sans"/>
              </a:rPr>
              <a:t>Вернуться к выбору тем→</a:t>
            </a:r>
            <a:endParaRPr lang="en-US" sz="2500" b="0" u="none" strike="noStrike">
              <a:solidFill>
                <a:srgbClr val="000000"/>
              </a:solidFill>
              <a:effectLst/>
              <a:uFillTx/>
              <a:latin typeface="Arial"/>
            </a:endParaRPr>
          </a:p>
        </p:txBody>
      </p:sp>
      <p:sp>
        <p:nvSpPr>
          <p:cNvPr id="128" name="PlaceHolder 1"/>
          <p:cNvSpPr>
            <a:spLocks noGrp="1"/>
          </p:cNvSpPr>
          <p:nvPr>
            <p:ph type="title"/>
          </p:nvPr>
        </p:nvSpPr>
        <p:spPr>
          <a:xfrm>
            <a:off x="715320" y="80280"/>
            <a:ext cx="10760040" cy="1513080"/>
          </a:xfrm>
          <a:prstGeom prst="rect">
            <a:avLst/>
          </a:prstGeom>
          <a:noFill/>
          <a:ln w="0">
            <a:noFill/>
          </a:ln>
        </p:spPr>
        <p:txBody>
          <a:bodyPr lIns="91440" tIns="45720" rIns="91440" bIns="45720" anchor="ctr">
            <a:noAutofit/>
          </a:bodyPr>
          <a:p>
            <a:pPr indent="0" algn="ctr">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3600" b="0" u="none" strike="noStrike">
                <a:solidFill>
                  <a:srgbClr val="FFFFFF"/>
                </a:solidFill>
                <a:effectLst/>
                <a:uFillTx/>
                <a:latin typeface="Cascadia Code SemiBold"/>
              </a:rPr>
              <a:t>Суворов А.В и Кутузов М.И</a:t>
            </a:r>
            <a:endParaRPr lang="en-US" sz="3600" b="0" u="none" strike="noStrike">
              <a:solidFill>
                <a:srgbClr val="44546A"/>
              </a:solidFill>
              <a:effectLst/>
              <a:uFillTx/>
              <a:latin typeface="Arial"/>
            </a:endParaRPr>
          </a:p>
        </p:txBody>
      </p:sp>
      <p:pic>
        <p:nvPicPr>
          <p:cNvPr id="129" name="Изображение 1"/>
          <p:cNvPicPr/>
          <p:nvPr/>
        </p:nvPicPr>
        <p:blipFill>
          <a:blip r:embed="rId2"/>
          <a:stretch/>
        </p:blipFill>
        <p:spPr>
          <a:xfrm>
            <a:off x="2363760" y="1304640"/>
            <a:ext cx="3362040" cy="4257720"/>
          </a:xfrm>
          <a:prstGeom prst="rect">
            <a:avLst/>
          </a:prstGeom>
          <a:noFill/>
          <a:ln w="38160">
            <a:noFill/>
          </a:ln>
        </p:spPr>
      </p:pic>
      <p:pic>
        <p:nvPicPr>
          <p:cNvPr id="130" name="Изображение 2"/>
          <p:cNvPicPr/>
          <p:nvPr/>
        </p:nvPicPr>
        <p:blipFill>
          <a:blip r:embed="rId3"/>
          <a:stretch/>
        </p:blipFill>
        <p:spPr>
          <a:xfrm>
            <a:off x="6818040" y="1304640"/>
            <a:ext cx="3527640" cy="4257720"/>
          </a:xfrm>
          <a:prstGeom prst="rect">
            <a:avLst/>
          </a:prstGeom>
          <a:noFill/>
          <a:ln w="38160">
            <a:noFill/>
          </a:ln>
        </p:spPr>
      </p:pic>
    </p:spTree>
  </p:cSld>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pic>
        <p:nvPicPr>
          <p:cNvPr id="131" name="Picture 4"/>
          <p:cNvPicPr/>
          <p:nvPr/>
        </p:nvPicPr>
        <p:blipFill>
          <a:blip r:embed="rId2"/>
          <a:stretch/>
        </p:blipFill>
        <p:spPr>
          <a:xfrm>
            <a:off x="4836960" y="5499000"/>
            <a:ext cx="2351160" cy="806400"/>
          </a:xfrm>
          <a:prstGeom prst="rect">
            <a:avLst/>
          </a:prstGeom>
          <a:noFill/>
          <a:ln w="38160">
            <a:noFill/>
          </a:ln>
        </p:spPr>
      </p:pic>
      <p:sp>
        <p:nvSpPr>
          <p:cNvPr id="132" name="Rectangle 7"/>
          <p:cNvSpPr/>
          <p:nvPr/>
        </p:nvSpPr>
        <p:spPr>
          <a:xfrm>
            <a:off x="5219280" y="5690880"/>
            <a:ext cx="1754280" cy="398520"/>
          </a:xfrm>
          <a:prstGeom prst="rect">
            <a:avLst/>
          </a:prstGeom>
          <a:noFill/>
          <a:ln w="38160">
            <a:noFill/>
          </a:ln>
        </p:spPr>
        <p:style>
          <a:lnRef idx="0"/>
          <a:fillRef idx="0"/>
          <a:effectRef idx="0"/>
          <a:fontRef idx="minor"/>
        </p:style>
        <p:txBody>
          <a:bodyPr wrap="none"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2000" b="0" u="none" strike="noStrike">
                <a:solidFill>
                  <a:srgbClr val="FFFFFF"/>
                </a:solidFill>
                <a:effectLst/>
                <a:uFillTx/>
                <a:latin typeface="Open Sans"/>
              </a:rPr>
              <a:t>Узнать ответ</a:t>
            </a:r>
            <a:endParaRPr lang="en-US" sz="2000" b="0" u="none" strike="noStrike">
              <a:solidFill>
                <a:srgbClr val="000000"/>
              </a:solidFill>
              <a:effectLst/>
              <a:uFillTx/>
              <a:latin typeface="Arial"/>
            </a:endParaRPr>
          </a:p>
        </p:txBody>
      </p:sp>
      <p:sp>
        <p:nvSpPr>
          <p:cNvPr id="133" name="Прямоугольник 2"/>
          <p:cNvSpPr/>
          <p:nvPr/>
        </p:nvSpPr>
        <p:spPr>
          <a:xfrm>
            <a:off x="353880" y="293400"/>
            <a:ext cx="7277040" cy="2226600"/>
          </a:xfrm>
          <a:prstGeom prst="rect">
            <a:avLst/>
          </a:prstGeom>
          <a:no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3500" b="0" u="none" strike="noStrike">
                <a:solidFill>
                  <a:srgbClr val="FFFFFF"/>
                </a:solidFill>
                <a:effectLst/>
                <a:uFillTx/>
                <a:latin typeface="Cascadia Code SemiBold"/>
              </a:rPr>
              <a:t>Какие 2 важные личности изображены на фотографии?</a:t>
            </a:r>
            <a:endParaRPr lang="en-US" sz="3500" b="0" u="none" strike="noStrike">
              <a:solidFill>
                <a:srgbClr val="000000"/>
              </a:solidFill>
              <a:effectLst/>
              <a:uFillTx/>
              <a:latin typeface="Arial"/>
            </a:endParaRPr>
          </a:p>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3500" b="0" u="none" strike="noStrike">
              <a:solidFill>
                <a:srgbClr val="000000"/>
              </a:solidFill>
              <a:effectLst/>
              <a:uFillTx/>
              <a:latin typeface="Arial"/>
            </a:endParaRPr>
          </a:p>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3500" b="0" u="none" strike="noStrike">
              <a:solidFill>
                <a:srgbClr val="000000"/>
              </a:solidFill>
              <a:effectLst/>
              <a:uFillTx/>
              <a:latin typeface="Arial"/>
            </a:endParaRPr>
          </a:p>
        </p:txBody>
      </p:sp>
      <p:pic>
        <p:nvPicPr>
          <p:cNvPr id="134" name="Изображение 1"/>
          <p:cNvPicPr/>
          <p:nvPr/>
        </p:nvPicPr>
        <p:blipFill>
          <a:blip r:embed="rId3"/>
          <a:stretch/>
        </p:blipFill>
        <p:spPr>
          <a:xfrm>
            <a:off x="7505640" y="1199880"/>
            <a:ext cx="4300560" cy="4491000"/>
          </a:xfrm>
          <a:prstGeom prst="rect">
            <a:avLst/>
          </a:prstGeom>
          <a:noFill/>
          <a:ln w="38160">
            <a:noFill/>
          </a:ln>
        </p:spPr>
      </p:pic>
    </p:spTree>
  </p:cSld>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35" name="Rectangle 4"/>
          <p:cNvSpPr/>
          <p:nvPr/>
        </p:nvSpPr>
        <p:spPr>
          <a:xfrm>
            <a:off x="4011480" y="5719680"/>
            <a:ext cx="4166640" cy="474480"/>
          </a:xfrm>
          <a:prstGeom prst="rect">
            <a:avLst/>
          </a:prstGeom>
          <a:noFill/>
          <a:ln w="38160">
            <a:noFill/>
          </a:ln>
        </p:spPr>
        <p:style>
          <a:lnRef idx="0"/>
          <a:fillRef idx="0"/>
          <a:effectRef idx="0"/>
          <a:fontRef idx="minor"/>
        </p:style>
        <p:txBody>
          <a:bodyPr wrap="none"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2500" b="0" u="sng" strike="noStrike">
                <a:solidFill>
                  <a:srgbClr val="FFE699"/>
                </a:solidFill>
                <a:effectLst/>
                <a:uFillTx/>
                <a:latin typeface="Open Sans"/>
              </a:rPr>
              <a:t>Вернуться к выбору тем→</a:t>
            </a:r>
            <a:endParaRPr lang="en-US" sz="2500" b="0" u="none" strike="noStrike">
              <a:solidFill>
                <a:srgbClr val="000000"/>
              </a:solidFill>
              <a:effectLst/>
              <a:uFillTx/>
              <a:latin typeface="Arial"/>
            </a:endParaRPr>
          </a:p>
        </p:txBody>
      </p:sp>
      <p:sp>
        <p:nvSpPr>
          <p:cNvPr id="136" name="PlaceHolder 1"/>
          <p:cNvSpPr>
            <a:spLocks noGrp="1"/>
          </p:cNvSpPr>
          <p:nvPr>
            <p:ph type="title"/>
          </p:nvPr>
        </p:nvSpPr>
        <p:spPr>
          <a:xfrm>
            <a:off x="862920" y="210960"/>
            <a:ext cx="10758600" cy="1512720"/>
          </a:xfrm>
          <a:prstGeom prst="rect">
            <a:avLst/>
          </a:prstGeom>
          <a:noFill/>
          <a:ln w="0">
            <a:noFill/>
          </a:ln>
        </p:spPr>
        <p:txBody>
          <a:bodyPr lIns="91440" tIns="45720" rIns="91440" bIns="45720" anchor="ctr">
            <a:noAutofit/>
          </a:bodyPr>
          <a:p>
            <a:pPr indent="0" algn="ctr">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4800" b="0" u="none" strike="noStrike">
                <a:solidFill>
                  <a:srgbClr val="FFFFFF"/>
                </a:solidFill>
                <a:effectLst/>
                <a:uFillTx/>
                <a:latin typeface="Cascadia Code SemiBold"/>
              </a:rPr>
              <a:t>Демешин Д.В и Кравчук С.А</a:t>
            </a:r>
            <a:endParaRPr lang="en-US" sz="4800" b="0" u="none" strike="noStrike">
              <a:solidFill>
                <a:srgbClr val="44546A"/>
              </a:solidFill>
              <a:effectLst/>
              <a:uFillTx/>
              <a:latin typeface="Arial"/>
            </a:endParaRPr>
          </a:p>
        </p:txBody>
      </p:sp>
      <p:pic>
        <p:nvPicPr>
          <p:cNvPr id="137" name="Изображение 1"/>
          <p:cNvPicPr/>
          <p:nvPr/>
        </p:nvPicPr>
        <p:blipFill>
          <a:blip r:embed="rId2"/>
          <a:stretch/>
        </p:blipFill>
        <p:spPr>
          <a:xfrm>
            <a:off x="1520640" y="1611000"/>
            <a:ext cx="4049640" cy="3635640"/>
          </a:xfrm>
          <a:prstGeom prst="rect">
            <a:avLst/>
          </a:prstGeom>
          <a:noFill/>
          <a:ln w="38160">
            <a:noFill/>
          </a:ln>
        </p:spPr>
      </p:pic>
      <p:pic>
        <p:nvPicPr>
          <p:cNvPr id="138" name="Изображение 2"/>
          <p:cNvPicPr/>
          <p:nvPr/>
        </p:nvPicPr>
        <p:blipFill>
          <a:blip r:embed="rId3"/>
          <a:stretch/>
        </p:blipFill>
        <p:spPr>
          <a:xfrm>
            <a:off x="6902280" y="1611000"/>
            <a:ext cx="3425760" cy="3703680"/>
          </a:xfrm>
          <a:prstGeom prst="rect">
            <a:avLst/>
          </a:prstGeom>
          <a:noFill/>
          <a:ln w="38160">
            <a:noFill/>
          </a:ln>
        </p:spPr>
      </p:pic>
    </p:spTree>
  </p:cSld>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pic>
        <p:nvPicPr>
          <p:cNvPr id="139" name="Picture 7"/>
          <p:cNvPicPr/>
          <p:nvPr/>
        </p:nvPicPr>
        <p:blipFill>
          <a:blip r:embed="rId2"/>
          <a:stretch/>
        </p:blipFill>
        <p:spPr>
          <a:xfrm>
            <a:off x="4754520" y="5948280"/>
            <a:ext cx="2350800" cy="807840"/>
          </a:xfrm>
          <a:prstGeom prst="rect">
            <a:avLst/>
          </a:prstGeom>
          <a:noFill/>
          <a:ln w="38160">
            <a:noFill/>
          </a:ln>
        </p:spPr>
      </p:pic>
      <p:sp>
        <p:nvSpPr>
          <p:cNvPr id="140" name="Rectangle 8"/>
          <p:cNvSpPr/>
          <p:nvPr/>
        </p:nvSpPr>
        <p:spPr>
          <a:xfrm>
            <a:off x="5135400" y="6091200"/>
            <a:ext cx="1754280" cy="398520"/>
          </a:xfrm>
          <a:prstGeom prst="rect">
            <a:avLst/>
          </a:prstGeom>
          <a:noFill/>
          <a:ln w="38160">
            <a:noFill/>
          </a:ln>
        </p:spPr>
        <p:style>
          <a:lnRef idx="0"/>
          <a:fillRef idx="0"/>
          <a:effectRef idx="0"/>
          <a:fontRef idx="minor"/>
        </p:style>
        <p:txBody>
          <a:bodyPr wrap="none"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2000" b="0" u="none" strike="noStrike">
                <a:solidFill>
                  <a:srgbClr val="FFFFFF"/>
                </a:solidFill>
                <a:effectLst/>
                <a:uFillTx/>
                <a:latin typeface="Open Sans"/>
              </a:rPr>
              <a:t>Узнать ответ</a:t>
            </a:r>
            <a:endParaRPr lang="en-US" sz="2000" b="0" u="none" strike="noStrike">
              <a:solidFill>
                <a:srgbClr val="000000"/>
              </a:solidFill>
              <a:effectLst/>
              <a:uFillTx/>
              <a:latin typeface="Arial"/>
            </a:endParaRPr>
          </a:p>
        </p:txBody>
      </p:sp>
      <p:sp>
        <p:nvSpPr>
          <p:cNvPr id="141" name="Прямоугольник 2"/>
          <p:cNvSpPr/>
          <p:nvPr/>
        </p:nvSpPr>
        <p:spPr>
          <a:xfrm>
            <a:off x="1500120" y="295200"/>
            <a:ext cx="9688320" cy="1160280"/>
          </a:xfrm>
          <a:prstGeom prst="rect">
            <a:avLst/>
          </a:prstGeom>
          <a:no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3500" b="0" u="none" strike="noStrike">
                <a:solidFill>
                  <a:srgbClr val="FFFFFF"/>
                </a:solidFill>
                <a:effectLst/>
                <a:uFillTx/>
                <a:latin typeface="Open Sans"/>
              </a:rPr>
              <a:t>Что за события представлены на видео фрагмете ?</a:t>
            </a:r>
            <a:endParaRPr lang="en-US" sz="3500" b="0" u="none" strike="noStrike">
              <a:solidFill>
                <a:srgbClr val="000000"/>
              </a:solidFill>
              <a:effectLst/>
              <a:uFillTx/>
              <a:latin typeface="Arial"/>
            </a:endParaRPr>
          </a:p>
        </p:txBody>
      </p:sp>
      <p:pic>
        <p:nvPicPr>
          <p:cNvPr id="142" name="901dc21c8d497700"/>
          <p:cNvPicPr/>
          <p:nvPr/>
        </p:nvPicPr>
        <p:blipFill>
          <a:blip r:embed="rId3"/>
          <a:stretch/>
        </p:blipFill>
        <p:spPr>
          <a:xfrm>
            <a:off x="2022120" y="1604880"/>
            <a:ext cx="8385480" cy="4048200"/>
          </a:xfrm>
          <a:prstGeom prst="rect">
            <a:avLst/>
          </a:prstGeom>
          <a:noFill/>
          <a:ln w="38160">
            <a:noFill/>
          </a:ln>
        </p:spPr>
      </p:pic>
    </p:spTree>
  </p:cSld>
  <p:timing>
    <p:tnLst>
      <p:par>
        <p:cTn id="1" dur="indefinite" restart="never" nodeType="tmRoot">
          <p:childTnLst>
            <p:seq>
              <p:cTn id="2" restart="whenNotActive" fill="hold" nodeType="interactiveSeq">
                <p:stCondLst>
                  <p:cond evt="onClick">
                    <p:tgtEl>
                      <p:spTgt spid="142"/>
                    </p:tgtEl>
                  </p:cond>
                </p:stCondLst>
                <p:childTnLst>
                  <p:par>
                    <p:cTn id="3" fill="hold" nodeType="clickEffect">
                      <p:stCondLst>
                        <p:cond evt="onClick">
                          <p:tgtEl>
                            <p:spTgt spid="142"/>
                          </p:tgtEl>
                        </p:cond>
                      </p:stCondLst>
                      <p:childTnLst>
                        <p:par>
                          <p:cTn id="4" fill="hold" nodeType="withEffect">
                            <p:stCondLst>
                              <p:cond delay="0"/>
                            </p:stCondLst>
                            <p:childTnLst>
                              <p:par>
                                <p:cTn id="5" presetID="2" presetClass="mediacall" fill="hold" nodeType="clickEffect">
                                  <p:stCondLst>
                                    <p:cond delay="0"/>
                                  </p:stCondLst>
                                  <p:childTnLst>
                                    <p:cmd type="call" cmd="togglePause">
                                      <p:cBhvr>
                                        <p:cTn id="6" dur="1" fill="hold"/>
                                        <p:tgtEl>
                                          <p:spTgt spid="142"/>
                                        </p:tgtEl>
                                      </p:cBhvr>
                                    </p:cmd>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43" name="Rectangle 4"/>
          <p:cNvSpPr/>
          <p:nvPr/>
        </p:nvSpPr>
        <p:spPr>
          <a:xfrm>
            <a:off x="4011480" y="5719680"/>
            <a:ext cx="4166640" cy="474480"/>
          </a:xfrm>
          <a:prstGeom prst="rect">
            <a:avLst/>
          </a:prstGeom>
          <a:noFill/>
          <a:ln w="38160">
            <a:noFill/>
          </a:ln>
        </p:spPr>
        <p:style>
          <a:lnRef idx="0"/>
          <a:fillRef idx="0"/>
          <a:effectRef idx="0"/>
          <a:fontRef idx="minor"/>
        </p:style>
        <p:txBody>
          <a:bodyPr wrap="none"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2500" b="0" u="sng" strike="noStrike">
                <a:solidFill>
                  <a:srgbClr val="FFE699"/>
                </a:solidFill>
                <a:effectLst/>
                <a:uFillTx/>
                <a:latin typeface="Open Sans"/>
              </a:rPr>
              <a:t>Вернуться к выбору тем→</a:t>
            </a:r>
            <a:endParaRPr lang="en-US" sz="2500" b="0" u="none" strike="noStrike">
              <a:solidFill>
                <a:srgbClr val="000000"/>
              </a:solidFill>
              <a:effectLst/>
              <a:uFillTx/>
              <a:latin typeface="Arial"/>
            </a:endParaRPr>
          </a:p>
        </p:txBody>
      </p:sp>
      <p:sp>
        <p:nvSpPr>
          <p:cNvPr id="144" name="PlaceHolder 1"/>
          <p:cNvSpPr>
            <a:spLocks noGrp="1"/>
          </p:cNvSpPr>
          <p:nvPr>
            <p:ph type="title"/>
          </p:nvPr>
        </p:nvSpPr>
        <p:spPr>
          <a:xfrm>
            <a:off x="715320" y="2419200"/>
            <a:ext cx="10760040" cy="1512720"/>
          </a:xfrm>
          <a:prstGeom prst="rect">
            <a:avLst/>
          </a:prstGeom>
          <a:noFill/>
          <a:ln w="0">
            <a:noFill/>
          </a:ln>
        </p:spPr>
        <p:txBody>
          <a:bodyPr lIns="91440" tIns="45720" rIns="91440" bIns="45720" anchor="ctr">
            <a:noAutofit/>
          </a:bodyPr>
          <a:p>
            <a:pPr indent="0" algn="ctr">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5400" b="0" u="none" strike="noStrike">
                <a:solidFill>
                  <a:srgbClr val="FFFFFF"/>
                </a:solidFill>
                <a:effectLst/>
                <a:uFillTx/>
                <a:latin typeface="Cascadia Code SemiBold"/>
              </a:rPr>
              <a:t>Ледовое побоище, 1242г</a:t>
            </a:r>
            <a:endParaRPr lang="en-US" sz="5400" b="0" u="none" strike="noStrike">
              <a:solidFill>
                <a:srgbClr val="44546A"/>
              </a:solidFill>
              <a:effectLst/>
              <a:uFillTx/>
              <a:latin typeface="Arial"/>
            </a:endParaRPr>
          </a:p>
        </p:txBody>
      </p:sp>
    </p:spTree>
  </p:cSld>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pic>
        <p:nvPicPr>
          <p:cNvPr id="145" name="Picture 4"/>
          <p:cNvPicPr/>
          <p:nvPr/>
        </p:nvPicPr>
        <p:blipFill>
          <a:blip r:embed="rId2"/>
          <a:stretch/>
        </p:blipFill>
        <p:spPr>
          <a:xfrm>
            <a:off x="4836960" y="5499000"/>
            <a:ext cx="2351160" cy="806400"/>
          </a:xfrm>
          <a:prstGeom prst="rect">
            <a:avLst/>
          </a:prstGeom>
          <a:noFill/>
          <a:ln w="38160">
            <a:noFill/>
          </a:ln>
        </p:spPr>
      </p:pic>
      <p:sp>
        <p:nvSpPr>
          <p:cNvPr id="146" name="Rectangle 7"/>
          <p:cNvSpPr/>
          <p:nvPr/>
        </p:nvSpPr>
        <p:spPr>
          <a:xfrm>
            <a:off x="5219280" y="5690880"/>
            <a:ext cx="1754280" cy="398520"/>
          </a:xfrm>
          <a:prstGeom prst="rect">
            <a:avLst/>
          </a:prstGeom>
          <a:noFill/>
          <a:ln w="38160">
            <a:noFill/>
          </a:ln>
        </p:spPr>
        <p:style>
          <a:lnRef idx="0"/>
          <a:fillRef idx="0"/>
          <a:effectRef idx="0"/>
          <a:fontRef idx="minor"/>
        </p:style>
        <p:txBody>
          <a:bodyPr wrap="none"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2000" b="0" u="none" strike="noStrike">
                <a:solidFill>
                  <a:srgbClr val="FFFFFF"/>
                </a:solidFill>
                <a:effectLst/>
                <a:uFillTx/>
                <a:latin typeface="Open Sans"/>
              </a:rPr>
              <a:t>Узнать ответ</a:t>
            </a:r>
            <a:endParaRPr lang="en-US" sz="2000" b="0" u="none" strike="noStrike">
              <a:solidFill>
                <a:srgbClr val="000000"/>
              </a:solidFill>
              <a:effectLst/>
              <a:uFillTx/>
              <a:latin typeface="Arial"/>
            </a:endParaRPr>
          </a:p>
        </p:txBody>
      </p:sp>
      <p:sp>
        <p:nvSpPr>
          <p:cNvPr id="147" name="Прямоугольник 2"/>
          <p:cNvSpPr/>
          <p:nvPr/>
        </p:nvSpPr>
        <p:spPr>
          <a:xfrm>
            <a:off x="149040" y="0"/>
            <a:ext cx="11815920" cy="1952280"/>
          </a:xfrm>
          <a:prstGeom prst="rect">
            <a:avLst/>
          </a:prstGeom>
          <a:noFill/>
          <a:ln w="38160">
            <a:noFill/>
          </a:ln>
        </p:spPr>
        <p:style>
          <a:lnRef idx="0"/>
          <a:fillRef idx="0"/>
          <a:effectRef idx="0"/>
          <a:fontRef idx="minor"/>
        </p:style>
        <p:txBody>
          <a:bodyPr lIns="90000" tIns="46800" rIns="90000" bIns="46800" anchor="t">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3500" b="0" u="none" strike="noStrike">
                <a:solidFill>
                  <a:srgbClr val="FFFFFF"/>
                </a:solidFill>
                <a:effectLst/>
                <a:uFillTx/>
                <a:latin typeface="Cascadia Code SemiBold"/>
              </a:rPr>
              <a:t>Про какую историческую личность идёт речь? .Назовите год и какое событие связано с исторической личностью</a:t>
            </a:r>
            <a:endParaRPr lang="en-US" sz="3500" b="0" u="none" strike="noStrike">
              <a:solidFill>
                <a:srgbClr val="000000"/>
              </a:solidFill>
              <a:effectLst/>
              <a:uFillTx/>
              <a:latin typeface="Arial"/>
            </a:endParaRPr>
          </a:p>
        </p:txBody>
      </p:sp>
      <p:pic>
        <p:nvPicPr>
          <p:cNvPr id="148" name="Романовы_Фильм_Серия_1_StarMedia_Babich-Design_Документальный_Фильм"/>
          <p:cNvPicPr/>
          <p:nvPr/>
        </p:nvPicPr>
        <p:blipFill>
          <a:blip r:embed="rId3"/>
          <a:stretch/>
        </p:blipFill>
        <p:spPr>
          <a:xfrm>
            <a:off x="2239920" y="1768320"/>
            <a:ext cx="7840440" cy="3921120"/>
          </a:xfrm>
          <a:prstGeom prst="rect">
            <a:avLst/>
          </a:prstGeom>
          <a:noFill/>
          <a:ln w="38160">
            <a:noFill/>
          </a:ln>
        </p:spPr>
      </p:pic>
    </p:spTree>
  </p:cSld>
  <p:timing>
    <p:tnLst>
      <p:par>
        <p:cTn id="7" dur="indefinite" restart="never" nodeType="tmRoot">
          <p:childTnLst>
            <p:seq>
              <p:cTn id="8" restart="whenNotActive" fill="hold" nodeType="interactiveSeq">
                <p:stCondLst>
                  <p:cond evt="onClick">
                    <p:tgtEl>
                      <p:spTgt spid="148"/>
                    </p:tgtEl>
                  </p:cond>
                </p:stCondLst>
                <p:childTnLst>
                  <p:par>
                    <p:cTn id="9" fill="hold" nodeType="clickEffect">
                      <p:stCondLst>
                        <p:cond evt="onClick">
                          <p:tgtEl>
                            <p:spTgt spid="148"/>
                          </p:tgtEl>
                        </p:cond>
                      </p:stCondLst>
                      <p:childTnLst>
                        <p:par>
                          <p:cTn id="10" fill="hold" nodeType="withEffect">
                            <p:stCondLst>
                              <p:cond delay="0"/>
                            </p:stCondLst>
                            <p:childTnLst>
                              <p:par>
                                <p:cTn id="11" presetID="2" presetClass="mediacall" fill="hold" nodeType="clickEffect">
                                  <p:stCondLst>
                                    <p:cond delay="0"/>
                                  </p:stCondLst>
                                  <p:childTnLst>
                                    <p:cmd type="call" cmd="togglePause">
                                      <p:cBhvr>
                                        <p:cTn id="12" dur="1" fill="hold"/>
                                        <p:tgtEl>
                                          <p:spTgt spid="148"/>
                                        </p:tgtEl>
                                      </p:cBhvr>
                                    </p:cmd>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49" name="Rectangle 4"/>
          <p:cNvSpPr/>
          <p:nvPr/>
        </p:nvSpPr>
        <p:spPr>
          <a:xfrm>
            <a:off x="4011480" y="5719680"/>
            <a:ext cx="4166640" cy="474480"/>
          </a:xfrm>
          <a:prstGeom prst="rect">
            <a:avLst/>
          </a:prstGeom>
          <a:noFill/>
          <a:ln w="38160">
            <a:noFill/>
          </a:ln>
        </p:spPr>
        <p:style>
          <a:lnRef idx="0"/>
          <a:fillRef idx="0"/>
          <a:effectRef idx="0"/>
          <a:fontRef idx="minor"/>
        </p:style>
        <p:txBody>
          <a:bodyPr wrap="none"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2500" b="0" u="sng" strike="noStrike">
                <a:solidFill>
                  <a:srgbClr val="FFE699"/>
                </a:solidFill>
                <a:effectLst/>
                <a:uFillTx/>
                <a:latin typeface="Open Sans"/>
              </a:rPr>
              <a:t>Вернуться к выбору тем→</a:t>
            </a:r>
            <a:endParaRPr lang="en-US" sz="2500" b="0" u="none" strike="noStrike">
              <a:solidFill>
                <a:srgbClr val="000000"/>
              </a:solidFill>
              <a:effectLst/>
              <a:uFillTx/>
              <a:latin typeface="Arial"/>
            </a:endParaRPr>
          </a:p>
        </p:txBody>
      </p:sp>
      <p:sp>
        <p:nvSpPr>
          <p:cNvPr id="150" name="PlaceHolder 1"/>
          <p:cNvSpPr>
            <a:spLocks noGrp="1"/>
          </p:cNvSpPr>
          <p:nvPr>
            <p:ph type="title"/>
          </p:nvPr>
        </p:nvSpPr>
        <p:spPr>
          <a:xfrm>
            <a:off x="715320" y="315360"/>
            <a:ext cx="10760040" cy="1514520"/>
          </a:xfrm>
          <a:prstGeom prst="rect">
            <a:avLst/>
          </a:prstGeom>
          <a:noFill/>
          <a:ln w="0">
            <a:noFill/>
          </a:ln>
        </p:spPr>
        <p:txBody>
          <a:bodyPr lIns="91440" tIns="45720" rIns="91440" bIns="45720" anchor="ctr">
            <a:noAutofit/>
          </a:bodyPr>
          <a:p>
            <a:pPr indent="0" algn="ctr">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3200" b="0" u="none" strike="noStrike">
                <a:solidFill>
                  <a:srgbClr val="FFFFFF"/>
                </a:solidFill>
                <a:effectLst/>
                <a:uFillTx/>
                <a:latin typeface="Cascadia Code SemiBold"/>
              </a:rPr>
              <a:t>Воцарение Михаила Федоровича(воцарение новой династии, Романовых)1613 год.</a:t>
            </a:r>
            <a:endParaRPr lang="en-US" sz="3200" b="0" u="none" strike="noStrike">
              <a:solidFill>
                <a:srgbClr val="44546A"/>
              </a:solidFill>
              <a:effectLst/>
              <a:uFillTx/>
              <a:latin typeface="Arial"/>
            </a:endParaRPr>
          </a:p>
        </p:txBody>
      </p:sp>
      <p:pic>
        <p:nvPicPr>
          <p:cNvPr id="151" name="Изображение 1"/>
          <p:cNvPicPr/>
          <p:nvPr/>
        </p:nvPicPr>
        <p:blipFill>
          <a:blip r:embed="rId2"/>
          <a:stretch/>
        </p:blipFill>
        <p:spPr>
          <a:xfrm>
            <a:off x="4968720" y="1749240"/>
            <a:ext cx="2697120" cy="3873600"/>
          </a:xfrm>
          <a:prstGeom prst="rect">
            <a:avLst/>
          </a:prstGeom>
          <a:noFill/>
          <a:ln w="38160">
            <a:noFill/>
          </a:ln>
        </p:spPr>
      </p:pic>
    </p:spTree>
  </p:cSld>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pic>
        <p:nvPicPr>
          <p:cNvPr id="152" name="Picture 4"/>
          <p:cNvPicPr/>
          <p:nvPr/>
        </p:nvPicPr>
        <p:blipFill>
          <a:blip r:embed="rId2"/>
          <a:stretch/>
        </p:blipFill>
        <p:spPr>
          <a:xfrm>
            <a:off x="9084960" y="6102000"/>
            <a:ext cx="2352960" cy="806760"/>
          </a:xfrm>
          <a:prstGeom prst="rect">
            <a:avLst/>
          </a:prstGeom>
          <a:noFill/>
          <a:ln w="38160">
            <a:noFill/>
          </a:ln>
        </p:spPr>
      </p:pic>
      <p:sp>
        <p:nvSpPr>
          <p:cNvPr id="153" name="Rectangle 7"/>
          <p:cNvSpPr/>
          <p:nvPr/>
        </p:nvSpPr>
        <p:spPr>
          <a:xfrm>
            <a:off x="9468360" y="6306840"/>
            <a:ext cx="1754280" cy="398520"/>
          </a:xfrm>
          <a:prstGeom prst="rect">
            <a:avLst/>
          </a:prstGeom>
          <a:noFill/>
          <a:ln w="38160">
            <a:noFill/>
          </a:ln>
        </p:spPr>
        <p:style>
          <a:lnRef idx="0"/>
          <a:fillRef idx="0"/>
          <a:effectRef idx="0"/>
          <a:fontRef idx="minor"/>
        </p:style>
        <p:txBody>
          <a:bodyPr wrap="none"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2000" b="0" u="none" strike="noStrike">
                <a:solidFill>
                  <a:srgbClr val="FFFFFF"/>
                </a:solidFill>
                <a:effectLst/>
                <a:uFillTx/>
                <a:latin typeface="Open Sans"/>
              </a:rPr>
              <a:t>Узнать ответ</a:t>
            </a:r>
            <a:endParaRPr lang="en-US" sz="2000" b="0" u="none" strike="noStrike">
              <a:solidFill>
                <a:srgbClr val="000000"/>
              </a:solidFill>
              <a:effectLst/>
              <a:uFillTx/>
              <a:latin typeface="Arial"/>
            </a:endParaRPr>
          </a:p>
        </p:txBody>
      </p:sp>
      <p:sp>
        <p:nvSpPr>
          <p:cNvPr id="154" name="Прямоугольник 2"/>
          <p:cNvSpPr/>
          <p:nvPr/>
        </p:nvSpPr>
        <p:spPr>
          <a:xfrm>
            <a:off x="2562120" y="193320"/>
            <a:ext cx="7278480" cy="627120"/>
          </a:xfrm>
          <a:prstGeom prst="rect">
            <a:avLst/>
          </a:prstGeom>
          <a:no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3500" b="0" u="none" strike="noStrike">
                <a:solidFill>
                  <a:srgbClr val="FFFFFF"/>
                </a:solidFill>
                <a:effectLst/>
                <a:uFillTx/>
                <a:latin typeface="Cascadia Code SemiBold"/>
              </a:rPr>
              <a:t>Назовите историческое событие</a:t>
            </a:r>
            <a:endParaRPr lang="en-US" sz="3500" b="0" u="none" strike="noStrike">
              <a:solidFill>
                <a:srgbClr val="000000"/>
              </a:solidFill>
              <a:effectLst/>
              <a:uFillTx/>
              <a:latin typeface="Arial"/>
            </a:endParaRPr>
          </a:p>
        </p:txBody>
      </p:sp>
      <p:pic>
        <p:nvPicPr>
          <p:cNvPr id="155" name="ae32567778592ee3"/>
          <p:cNvPicPr/>
          <p:nvPr/>
        </p:nvPicPr>
        <p:blipFill>
          <a:blip r:embed="rId3"/>
          <a:stretch/>
        </p:blipFill>
        <p:spPr>
          <a:xfrm>
            <a:off x="2125440" y="1276200"/>
            <a:ext cx="8151840" cy="4740120"/>
          </a:xfrm>
          <a:prstGeom prst="rect">
            <a:avLst/>
          </a:prstGeom>
          <a:noFill/>
          <a:ln w="38160">
            <a:noFill/>
          </a:ln>
        </p:spPr>
      </p:pic>
    </p:spTree>
  </p:cSld>
  <p:timing>
    <p:tnLst>
      <p:par>
        <p:cTn id="13" dur="indefinite" restart="never" nodeType="tmRoot">
          <p:childTnLst>
            <p:seq>
              <p:cTn id="14" restart="whenNotActive" fill="hold" nodeType="interactiveSeq">
                <p:stCondLst>
                  <p:cond evt="onClick">
                    <p:tgtEl>
                      <p:spTgt spid="155"/>
                    </p:tgtEl>
                  </p:cond>
                </p:stCondLst>
                <p:childTnLst>
                  <p:par>
                    <p:cTn id="15" fill="hold" nodeType="clickEffect">
                      <p:stCondLst>
                        <p:cond evt="onClick">
                          <p:tgtEl>
                            <p:spTgt spid="155"/>
                          </p:tgtEl>
                        </p:cond>
                      </p:stCondLst>
                      <p:childTnLst>
                        <p:par>
                          <p:cTn id="16" fill="hold" nodeType="withEffect">
                            <p:stCondLst>
                              <p:cond delay="0"/>
                            </p:stCondLst>
                            <p:childTnLst>
                              <p:par>
                                <p:cTn id="17" presetID="2" presetClass="mediacall" fill="hold" nodeType="clickEffect">
                                  <p:stCondLst>
                                    <p:cond delay="0"/>
                                  </p:stCondLst>
                                  <p:childTnLst>
                                    <p:cmd type="call" cmd="togglePause">
                                      <p:cBhvr>
                                        <p:cTn id="18" dur="1" fill="hold"/>
                                        <p:tgtEl>
                                          <p:spTgt spid="155"/>
                                        </p:tgtEl>
                                      </p:cBhvr>
                                    </p:cmd>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56" name="Rectangle 4"/>
          <p:cNvSpPr/>
          <p:nvPr/>
        </p:nvSpPr>
        <p:spPr>
          <a:xfrm>
            <a:off x="4011480" y="5719680"/>
            <a:ext cx="4166640" cy="474480"/>
          </a:xfrm>
          <a:prstGeom prst="rect">
            <a:avLst/>
          </a:prstGeom>
          <a:noFill/>
          <a:ln w="38160">
            <a:noFill/>
          </a:ln>
        </p:spPr>
        <p:style>
          <a:lnRef idx="0"/>
          <a:fillRef idx="0"/>
          <a:effectRef idx="0"/>
          <a:fontRef idx="minor"/>
        </p:style>
        <p:txBody>
          <a:bodyPr wrap="none"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2500" b="0" u="sng" strike="noStrike">
                <a:solidFill>
                  <a:srgbClr val="FFE699"/>
                </a:solidFill>
                <a:effectLst/>
                <a:uFillTx/>
                <a:latin typeface="Open Sans"/>
              </a:rPr>
              <a:t>Вернуться к выбору тем→</a:t>
            </a:r>
            <a:endParaRPr lang="en-US" sz="2500" b="0" u="none" strike="noStrike">
              <a:solidFill>
                <a:srgbClr val="000000"/>
              </a:solidFill>
              <a:effectLst/>
              <a:uFillTx/>
              <a:latin typeface="Arial"/>
            </a:endParaRPr>
          </a:p>
        </p:txBody>
      </p:sp>
      <p:sp>
        <p:nvSpPr>
          <p:cNvPr id="157" name="PlaceHolder 1"/>
          <p:cNvSpPr>
            <a:spLocks noGrp="1"/>
          </p:cNvSpPr>
          <p:nvPr>
            <p:ph type="title"/>
          </p:nvPr>
        </p:nvSpPr>
        <p:spPr>
          <a:xfrm>
            <a:off x="107640" y="2062080"/>
            <a:ext cx="11366640" cy="1869840"/>
          </a:xfrm>
          <a:prstGeom prst="rect">
            <a:avLst/>
          </a:prstGeom>
          <a:noFill/>
          <a:ln w="0">
            <a:noFill/>
          </a:ln>
        </p:spPr>
        <p:txBody>
          <a:bodyPr lIns="91440" tIns="45720" rIns="91440" bIns="45720" anchor="ctr">
            <a:noAutofit/>
          </a:bodyPr>
          <a:p>
            <a:pPr indent="0" algn="ctr">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5400" b="0" u="none" strike="noStrike">
                <a:solidFill>
                  <a:srgbClr val="FFFFFF"/>
                </a:solidFill>
                <a:effectLst/>
                <a:uFillTx/>
                <a:latin typeface="Cascadia Code SemiBold"/>
              </a:rPr>
              <a:t>Оборона Сталинграда </a:t>
            </a:r>
            <a:endParaRPr lang="en-US" sz="5400" b="0" u="none" strike="noStrike">
              <a:solidFill>
                <a:srgbClr val="44546A"/>
              </a:solidFill>
              <a:effectLst/>
              <a:uFillTx/>
              <a:latin typeface="Arial"/>
            </a:endParaRPr>
          </a:p>
        </p:txBody>
      </p:sp>
    </p:spTree>
  </p:cSld>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pic>
        <p:nvPicPr>
          <p:cNvPr id="158" name="Picture 4"/>
          <p:cNvPicPr/>
          <p:nvPr/>
        </p:nvPicPr>
        <p:blipFill>
          <a:blip r:embed="rId2"/>
          <a:stretch/>
        </p:blipFill>
        <p:spPr>
          <a:xfrm>
            <a:off x="4836960" y="5499000"/>
            <a:ext cx="2351160" cy="806400"/>
          </a:xfrm>
          <a:prstGeom prst="rect">
            <a:avLst/>
          </a:prstGeom>
          <a:noFill/>
          <a:ln w="38160">
            <a:noFill/>
          </a:ln>
        </p:spPr>
      </p:pic>
      <p:sp>
        <p:nvSpPr>
          <p:cNvPr id="159" name="Rectangle 7"/>
          <p:cNvSpPr/>
          <p:nvPr/>
        </p:nvSpPr>
        <p:spPr>
          <a:xfrm>
            <a:off x="5219280" y="5690880"/>
            <a:ext cx="1754280" cy="398520"/>
          </a:xfrm>
          <a:prstGeom prst="rect">
            <a:avLst/>
          </a:prstGeom>
          <a:noFill/>
          <a:ln w="38160">
            <a:noFill/>
          </a:ln>
        </p:spPr>
        <p:style>
          <a:lnRef idx="0"/>
          <a:fillRef idx="0"/>
          <a:effectRef idx="0"/>
          <a:fontRef idx="minor"/>
        </p:style>
        <p:txBody>
          <a:bodyPr wrap="none"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2000" b="0" u="none" strike="noStrike">
                <a:solidFill>
                  <a:srgbClr val="FFFFFF"/>
                </a:solidFill>
                <a:effectLst/>
                <a:uFillTx/>
                <a:latin typeface="Open Sans"/>
              </a:rPr>
              <a:t>Узнать ответ</a:t>
            </a:r>
            <a:endParaRPr lang="en-US" sz="2000" b="0" u="none" strike="noStrike">
              <a:solidFill>
                <a:srgbClr val="000000"/>
              </a:solidFill>
              <a:effectLst/>
              <a:uFillTx/>
              <a:latin typeface="Arial"/>
            </a:endParaRPr>
          </a:p>
        </p:txBody>
      </p:sp>
      <p:sp>
        <p:nvSpPr>
          <p:cNvPr id="160" name="Прямоугольник 2"/>
          <p:cNvSpPr/>
          <p:nvPr/>
        </p:nvSpPr>
        <p:spPr>
          <a:xfrm>
            <a:off x="2458800" y="225360"/>
            <a:ext cx="7277040" cy="1160280"/>
          </a:xfrm>
          <a:prstGeom prst="rect">
            <a:avLst/>
          </a:prstGeom>
          <a:no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3500" b="0" u="none" strike="noStrike">
                <a:solidFill>
                  <a:srgbClr val="FFFFFF"/>
                </a:solidFill>
                <a:effectLst/>
                <a:uFillTx/>
                <a:latin typeface="Open Sans"/>
              </a:rPr>
              <a:t>Чему посвящен данный видео фрагмент?</a:t>
            </a:r>
            <a:endParaRPr lang="en-US" sz="3500" b="0" u="none" strike="noStrike">
              <a:solidFill>
                <a:srgbClr val="000000"/>
              </a:solidFill>
              <a:effectLst/>
              <a:uFillTx/>
              <a:latin typeface="Arial"/>
            </a:endParaRPr>
          </a:p>
        </p:txBody>
      </p:sp>
      <p:pic>
        <p:nvPicPr>
          <p:cNvPr id="161" name="Video-Downloader.ru_640x360_Прямая_трансляция_речи_Путина_о_присоединения_Крыма_и_Севастополя_на_площади_Нахимова"/>
          <p:cNvPicPr/>
          <p:nvPr/>
        </p:nvPicPr>
        <p:blipFill>
          <a:blip r:embed="rId3"/>
          <a:stretch/>
        </p:blipFill>
        <p:spPr>
          <a:xfrm>
            <a:off x="2371680" y="1541160"/>
            <a:ext cx="7800840" cy="3594240"/>
          </a:xfrm>
          <a:prstGeom prst="rect">
            <a:avLst/>
          </a:prstGeom>
          <a:noFill/>
          <a:ln w="38160">
            <a:noFill/>
          </a:ln>
        </p:spPr>
      </p:pic>
    </p:spTree>
  </p:cSld>
  <p:timing>
    <p:tnLst>
      <p:par>
        <p:cTn id="19" dur="indefinite" restart="never" nodeType="tmRoot">
          <p:childTnLst>
            <p:seq>
              <p:cTn id="20" restart="whenNotActive" fill="hold" nodeType="interactiveSeq">
                <p:stCondLst>
                  <p:cond evt="onClick">
                    <p:tgtEl>
                      <p:spTgt spid="161"/>
                    </p:tgtEl>
                  </p:cond>
                </p:stCondLst>
                <p:childTnLst>
                  <p:par>
                    <p:cTn id="21" fill="hold" nodeType="clickEffect">
                      <p:stCondLst>
                        <p:cond evt="onClick">
                          <p:tgtEl>
                            <p:spTgt spid="161"/>
                          </p:tgtEl>
                        </p:cond>
                      </p:stCondLst>
                      <p:childTnLst>
                        <p:par>
                          <p:cTn id="22" fill="hold" nodeType="withEffect">
                            <p:stCondLst>
                              <p:cond delay="0"/>
                            </p:stCondLst>
                            <p:childTnLst>
                              <p:par>
                                <p:cTn id="23" presetID="2" presetClass="mediacall" fill="hold" nodeType="clickEffect">
                                  <p:stCondLst>
                                    <p:cond delay="0"/>
                                  </p:stCondLst>
                                  <p:childTnLst>
                                    <p:cmd type="call" cmd="togglePause">
                                      <p:cBhvr>
                                        <p:cTn id="24" dur="1" fill="hold"/>
                                        <p:tgtEl>
                                          <p:spTgt spid="161"/>
                                        </p:tgtEl>
                                      </p:cBhvr>
                                    </p:cmd>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62" name="Rectangle 4"/>
          <p:cNvSpPr/>
          <p:nvPr/>
        </p:nvSpPr>
        <p:spPr>
          <a:xfrm>
            <a:off x="4011480" y="5719680"/>
            <a:ext cx="4166640" cy="474480"/>
          </a:xfrm>
          <a:prstGeom prst="rect">
            <a:avLst/>
          </a:prstGeom>
          <a:noFill/>
          <a:ln w="38160">
            <a:noFill/>
          </a:ln>
        </p:spPr>
        <p:style>
          <a:lnRef idx="0"/>
          <a:fillRef idx="0"/>
          <a:effectRef idx="0"/>
          <a:fontRef idx="minor"/>
        </p:style>
        <p:txBody>
          <a:bodyPr wrap="none"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2500" b="0" u="sng" strike="noStrike">
                <a:solidFill>
                  <a:srgbClr val="FFE699"/>
                </a:solidFill>
                <a:effectLst/>
                <a:uFillTx/>
                <a:latin typeface="Open Sans"/>
              </a:rPr>
              <a:t>Вернуться к выбору тем→</a:t>
            </a:r>
            <a:endParaRPr lang="en-US" sz="2500" b="0" u="none" strike="noStrike">
              <a:solidFill>
                <a:srgbClr val="000000"/>
              </a:solidFill>
              <a:effectLst/>
              <a:uFillTx/>
              <a:latin typeface="Arial"/>
            </a:endParaRPr>
          </a:p>
        </p:txBody>
      </p:sp>
      <p:sp>
        <p:nvSpPr>
          <p:cNvPr id="163" name="PlaceHolder 1"/>
          <p:cNvSpPr>
            <a:spLocks noGrp="1"/>
          </p:cNvSpPr>
          <p:nvPr>
            <p:ph type="title"/>
          </p:nvPr>
        </p:nvSpPr>
        <p:spPr>
          <a:xfrm>
            <a:off x="715320" y="2419200"/>
            <a:ext cx="10760040" cy="1512720"/>
          </a:xfrm>
          <a:prstGeom prst="rect">
            <a:avLst/>
          </a:prstGeom>
          <a:noFill/>
          <a:ln w="0">
            <a:noFill/>
          </a:ln>
        </p:spPr>
        <p:txBody>
          <a:bodyPr lIns="91440" tIns="45720" rIns="91440" bIns="45720" anchor="ctr">
            <a:noAutofit/>
          </a:bodyPr>
          <a:p>
            <a:pPr indent="0" algn="ctr">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5400" b="0" u="none" strike="noStrike">
                <a:solidFill>
                  <a:srgbClr val="FFFFFF"/>
                </a:solidFill>
                <a:effectLst/>
                <a:uFillTx/>
                <a:latin typeface="Cascadia Code SemiBold"/>
              </a:rPr>
              <a:t>Вхождение в состав России Крыма в 2014 году</a:t>
            </a:r>
            <a:endParaRPr lang="en-US" sz="5400" b="0" u="none" strike="noStrike">
              <a:solidFill>
                <a:srgbClr val="44546A"/>
              </a:solidFill>
              <a:effectLst/>
              <a:uFillTx/>
              <a:latin typeface="Arial"/>
            </a:endParaRPr>
          </a:p>
        </p:txBody>
      </p:sp>
    </p:spTree>
  </p:cSld>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pic>
        <p:nvPicPr>
          <p:cNvPr id="164" name="Picture 4"/>
          <p:cNvPicPr/>
          <p:nvPr/>
        </p:nvPicPr>
        <p:blipFill>
          <a:blip r:embed="rId2"/>
          <a:stretch/>
        </p:blipFill>
        <p:spPr>
          <a:xfrm>
            <a:off x="4836960" y="5499000"/>
            <a:ext cx="2351160" cy="806400"/>
          </a:xfrm>
          <a:prstGeom prst="rect">
            <a:avLst/>
          </a:prstGeom>
          <a:noFill/>
          <a:ln w="38160">
            <a:noFill/>
          </a:ln>
        </p:spPr>
      </p:pic>
      <p:sp>
        <p:nvSpPr>
          <p:cNvPr id="165" name="Rectangle 7">
            <a:hlinkClick r:id="" action="ppaction://hlinkshowjump?jump=nextslide"/>
          </p:cNvPr>
          <p:cNvSpPr/>
          <p:nvPr/>
        </p:nvSpPr>
        <p:spPr>
          <a:xfrm>
            <a:off x="5219280" y="5690880"/>
            <a:ext cx="1754280" cy="398520"/>
          </a:xfrm>
          <a:prstGeom prst="rect">
            <a:avLst/>
          </a:prstGeom>
          <a:noFill/>
          <a:ln w="38160">
            <a:noFill/>
          </a:ln>
        </p:spPr>
        <p:style>
          <a:lnRef idx="0"/>
          <a:fillRef idx="0"/>
          <a:effectRef idx="0"/>
          <a:fontRef idx="minor"/>
        </p:style>
        <p:txBody>
          <a:bodyPr wrap="none"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2000" b="0" u="none" strike="noStrike">
                <a:solidFill>
                  <a:srgbClr val="FFFFFF"/>
                </a:solidFill>
                <a:effectLst/>
                <a:uFillTx/>
                <a:latin typeface="Open Sans"/>
              </a:rPr>
              <a:t>Узнать ответ</a:t>
            </a:r>
            <a:endParaRPr lang="en-US" sz="2000" b="0" u="none" strike="noStrike">
              <a:solidFill>
                <a:srgbClr val="000000"/>
              </a:solidFill>
              <a:effectLst/>
              <a:uFillTx/>
              <a:latin typeface="Arial"/>
            </a:endParaRPr>
          </a:p>
        </p:txBody>
      </p:sp>
      <p:sp>
        <p:nvSpPr>
          <p:cNvPr id="166" name="Прямоугольник 2"/>
          <p:cNvSpPr/>
          <p:nvPr/>
        </p:nvSpPr>
        <p:spPr>
          <a:xfrm>
            <a:off x="2457360" y="1939680"/>
            <a:ext cx="7277040" cy="2288520"/>
          </a:xfrm>
          <a:prstGeom prst="rect">
            <a:avLst/>
          </a:prstGeom>
          <a:noFill/>
          <a:ln w="38160">
            <a:noFill/>
          </a:ln>
        </p:spPr>
        <p:style>
          <a:lnRef idx="0"/>
          <a:fillRef idx="0"/>
          <a:effectRef idx="0"/>
          <a:fontRef idx="minor"/>
        </p:style>
        <p:txBody>
          <a:bodyPr lIns="90000" tIns="46800" rIns="90000" bIns="46800" anchor="t">
            <a:spAutoFit/>
          </a:bodyPr>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3600" b="0" u="none" strike="noStrike">
                <a:solidFill>
                  <a:srgbClr val="FFFFFF"/>
                </a:solidFill>
                <a:effectLst/>
                <a:uFillTx/>
                <a:latin typeface="Arial"/>
              </a:rPr>
              <a:t>Как называлась организация, созданная в 1922 году для контроля над финансовой системой СССР?</a:t>
            </a:r>
            <a:endParaRPr lang="en-US" sz="3600" b="0" u="none" strike="noStrike">
              <a:solidFill>
                <a:srgbClr val="000000"/>
              </a:solidFill>
              <a:effectLst/>
              <a:uFillTx/>
              <a:latin typeface="Arial"/>
            </a:endParaRPr>
          </a:p>
        </p:txBody>
      </p:sp>
    </p:spTree>
  </p:cSld>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67" name="Rectangle 4"/>
          <p:cNvSpPr/>
          <p:nvPr/>
        </p:nvSpPr>
        <p:spPr>
          <a:xfrm>
            <a:off x="4011480" y="5719680"/>
            <a:ext cx="4166640" cy="474480"/>
          </a:xfrm>
          <a:prstGeom prst="rect">
            <a:avLst/>
          </a:prstGeom>
          <a:noFill/>
          <a:ln w="38160">
            <a:noFill/>
          </a:ln>
        </p:spPr>
        <p:style>
          <a:lnRef idx="0"/>
          <a:fillRef idx="0"/>
          <a:effectRef idx="0"/>
          <a:fontRef idx="minor"/>
        </p:style>
        <p:txBody>
          <a:bodyPr wrap="none"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2500" b="0" u="sng" strike="noStrike">
                <a:solidFill>
                  <a:srgbClr val="FFE699"/>
                </a:solidFill>
                <a:effectLst/>
                <a:uFillTx/>
                <a:latin typeface="Open Sans"/>
              </a:rPr>
              <a:t>Вернуться к выбору тем→</a:t>
            </a:r>
            <a:endParaRPr lang="en-US" sz="2500" b="0" u="none" strike="noStrike">
              <a:solidFill>
                <a:srgbClr val="000000"/>
              </a:solidFill>
              <a:effectLst/>
              <a:uFillTx/>
              <a:latin typeface="Arial"/>
            </a:endParaRPr>
          </a:p>
        </p:txBody>
      </p:sp>
      <p:sp>
        <p:nvSpPr>
          <p:cNvPr id="168" name="PlaceHolder 1"/>
          <p:cNvSpPr>
            <a:spLocks noGrp="1"/>
          </p:cNvSpPr>
          <p:nvPr>
            <p:ph type="title"/>
          </p:nvPr>
        </p:nvSpPr>
        <p:spPr>
          <a:xfrm>
            <a:off x="715320" y="2442600"/>
            <a:ext cx="10760040" cy="1513080"/>
          </a:xfrm>
          <a:prstGeom prst="rect">
            <a:avLst/>
          </a:prstGeom>
          <a:noFill/>
          <a:ln w="0">
            <a:noFill/>
          </a:ln>
        </p:spPr>
        <p:txBody>
          <a:bodyPr lIns="91440" tIns="45720" rIns="91440" bIns="45720" anchor="ctr">
            <a:noAutofit/>
          </a:bodyPr>
          <a:p>
            <a:pPr indent="0" algn="ctr">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3600" b="0" u="none" strike="noStrike">
                <a:solidFill>
                  <a:srgbClr val="FFFFFF"/>
                </a:solidFill>
                <a:effectLst/>
                <a:uFillTx/>
                <a:latin typeface="Cascadia Code SemiBold"/>
              </a:rPr>
              <a:t>Наркомфин </a:t>
            </a:r>
            <a:br>
              <a:rPr sz="3600"/>
            </a:br>
            <a:r>
              <a:rPr lang="ru-RU" sz="3600" b="0" u="none" strike="noStrike">
                <a:solidFill>
                  <a:srgbClr val="FFFFFF"/>
                </a:solidFill>
                <a:effectLst/>
                <a:uFillTx/>
                <a:latin typeface="Cascadia Code SemiBold"/>
              </a:rPr>
              <a:t>(Народный комиссариат финансов)</a:t>
            </a:r>
            <a:endParaRPr lang="en-US" sz="3600" b="0" u="none" strike="noStrike">
              <a:solidFill>
                <a:srgbClr val="44546A"/>
              </a:solidFill>
              <a:effectLst/>
              <a:uFillTx/>
              <a:latin typeface="Arial"/>
            </a:endParaRPr>
          </a:p>
        </p:txBody>
      </p:sp>
    </p:spTree>
  </p:cSld>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pic>
        <p:nvPicPr>
          <p:cNvPr id="169" name="Picture 4"/>
          <p:cNvPicPr/>
          <p:nvPr/>
        </p:nvPicPr>
        <p:blipFill>
          <a:blip r:embed="rId2"/>
          <a:stretch/>
        </p:blipFill>
        <p:spPr>
          <a:xfrm>
            <a:off x="4836960" y="5499000"/>
            <a:ext cx="2351160" cy="806400"/>
          </a:xfrm>
          <a:prstGeom prst="rect">
            <a:avLst/>
          </a:prstGeom>
          <a:noFill/>
          <a:ln w="38160">
            <a:noFill/>
          </a:ln>
        </p:spPr>
      </p:pic>
      <p:sp>
        <p:nvSpPr>
          <p:cNvPr id="170" name="Rectangle 7">
            <a:hlinkClick r:id="" action="ppaction://hlinkshowjump?jump=nextslide"/>
          </p:cNvPr>
          <p:cNvSpPr/>
          <p:nvPr/>
        </p:nvSpPr>
        <p:spPr>
          <a:xfrm>
            <a:off x="5219280" y="5690880"/>
            <a:ext cx="1754280" cy="398520"/>
          </a:xfrm>
          <a:prstGeom prst="rect">
            <a:avLst/>
          </a:prstGeom>
          <a:noFill/>
          <a:ln w="38160">
            <a:noFill/>
          </a:ln>
        </p:spPr>
        <p:style>
          <a:lnRef idx="0"/>
          <a:fillRef idx="0"/>
          <a:effectRef idx="0"/>
          <a:fontRef idx="minor"/>
        </p:style>
        <p:txBody>
          <a:bodyPr wrap="none"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2000" b="0" u="none" strike="noStrike">
                <a:solidFill>
                  <a:srgbClr val="FFFFFF"/>
                </a:solidFill>
                <a:effectLst/>
                <a:uFillTx/>
                <a:latin typeface="Open Sans"/>
              </a:rPr>
              <a:t>Узнать ответ</a:t>
            </a:r>
            <a:endParaRPr lang="en-US" sz="2000" b="0" u="none" strike="noStrike">
              <a:solidFill>
                <a:srgbClr val="000000"/>
              </a:solidFill>
              <a:effectLst/>
              <a:uFillTx/>
              <a:latin typeface="Arial"/>
            </a:endParaRPr>
          </a:p>
        </p:txBody>
      </p:sp>
      <p:sp>
        <p:nvSpPr>
          <p:cNvPr id="171" name="Прямоугольник 2"/>
          <p:cNvSpPr/>
          <p:nvPr/>
        </p:nvSpPr>
        <p:spPr>
          <a:xfrm>
            <a:off x="2457360" y="1939680"/>
            <a:ext cx="7277040" cy="2288520"/>
          </a:xfrm>
          <a:prstGeom prst="rect">
            <a:avLst/>
          </a:prstGeom>
          <a:noFill/>
          <a:ln w="38160">
            <a:noFill/>
          </a:ln>
        </p:spPr>
        <p:style>
          <a:lnRef idx="0"/>
          <a:fillRef idx="0"/>
          <a:effectRef idx="0"/>
          <a:fontRef idx="minor"/>
        </p:style>
        <p:txBody>
          <a:bodyPr lIns="90000" tIns="46800" rIns="90000" bIns="46800" anchor="t">
            <a:spAutoFit/>
          </a:bodyPr>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3600" b="0" u="none" strike="noStrike">
                <a:solidFill>
                  <a:srgbClr val="FFFFFF"/>
                </a:solidFill>
                <a:effectLst/>
                <a:uFillTx/>
                <a:latin typeface="Arial"/>
              </a:rPr>
              <a:t>Какой знаменитый путешественник первым описал побережье Приморья и Сахалина в XIX веке?</a:t>
            </a:r>
            <a:endParaRPr lang="en-US" sz="3600" b="0" u="none" strike="noStrike">
              <a:solidFill>
                <a:srgbClr val="000000"/>
              </a:solidFill>
              <a:effectLst/>
              <a:uFillTx/>
              <a:latin typeface="Arial"/>
            </a:endParaRPr>
          </a:p>
        </p:txBody>
      </p:sp>
    </p:spTree>
  </p:cSld>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72" name="Rectangle 4"/>
          <p:cNvSpPr/>
          <p:nvPr/>
        </p:nvSpPr>
        <p:spPr>
          <a:xfrm>
            <a:off x="4011480" y="5719680"/>
            <a:ext cx="4166640" cy="474480"/>
          </a:xfrm>
          <a:prstGeom prst="rect">
            <a:avLst/>
          </a:prstGeom>
          <a:noFill/>
          <a:ln w="38160">
            <a:noFill/>
          </a:ln>
        </p:spPr>
        <p:style>
          <a:lnRef idx="0"/>
          <a:fillRef idx="0"/>
          <a:effectRef idx="0"/>
          <a:fontRef idx="minor"/>
        </p:style>
        <p:txBody>
          <a:bodyPr wrap="none"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2500" b="0" u="sng" strike="noStrike">
                <a:solidFill>
                  <a:srgbClr val="FFE699"/>
                </a:solidFill>
                <a:effectLst/>
                <a:uFillTx/>
                <a:latin typeface="Open Sans"/>
              </a:rPr>
              <a:t>Вернуться к выбору тем→</a:t>
            </a:r>
            <a:endParaRPr lang="en-US" sz="2500" b="0" u="none" strike="noStrike">
              <a:solidFill>
                <a:srgbClr val="000000"/>
              </a:solidFill>
              <a:effectLst/>
              <a:uFillTx/>
              <a:latin typeface="Arial"/>
            </a:endParaRPr>
          </a:p>
        </p:txBody>
      </p:sp>
      <p:sp>
        <p:nvSpPr>
          <p:cNvPr id="173" name="PlaceHolder 1"/>
          <p:cNvSpPr>
            <a:spLocks noGrp="1"/>
          </p:cNvSpPr>
          <p:nvPr>
            <p:ph type="title"/>
          </p:nvPr>
        </p:nvSpPr>
        <p:spPr>
          <a:xfrm>
            <a:off x="713880" y="3945960"/>
            <a:ext cx="10760040" cy="1513080"/>
          </a:xfrm>
          <a:prstGeom prst="rect">
            <a:avLst/>
          </a:prstGeom>
          <a:noFill/>
          <a:ln w="0">
            <a:noFill/>
          </a:ln>
        </p:spPr>
        <p:txBody>
          <a:bodyPr lIns="91440" tIns="45720" rIns="91440" bIns="4572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3600" b="0" u="none" strike="noStrike">
                <a:solidFill>
                  <a:srgbClr val="FFFFFF"/>
                </a:solidFill>
                <a:effectLst/>
                <a:uFillTx/>
                <a:latin typeface="Arial"/>
              </a:rPr>
              <a:t>Геннадий Невельской</a:t>
            </a:r>
            <a:endParaRPr lang="en-US" sz="3600" b="0" u="none" strike="noStrike">
              <a:solidFill>
                <a:srgbClr val="44546A"/>
              </a:solidFill>
              <a:effectLst/>
              <a:uFillTx/>
              <a:latin typeface="Arial"/>
            </a:endParaRPr>
          </a:p>
        </p:txBody>
      </p:sp>
      <p:pic>
        <p:nvPicPr>
          <p:cNvPr id="174" name="Picture 2" descr="МГУ им. адм. Г.И. Невельского"/>
          <p:cNvPicPr/>
          <p:nvPr/>
        </p:nvPicPr>
        <p:blipFill>
          <a:blip r:embed="rId2"/>
          <a:stretch/>
        </p:blipFill>
        <p:spPr>
          <a:xfrm>
            <a:off x="4841640" y="661680"/>
            <a:ext cx="2506680" cy="3513240"/>
          </a:xfrm>
          <a:prstGeom prst="rect">
            <a:avLst/>
          </a:prstGeom>
          <a:noFill/>
          <a:ln w="38160">
            <a:noFill/>
          </a:ln>
        </p:spPr>
      </p:pic>
    </p:spTree>
  </p:cSld>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pic>
        <p:nvPicPr>
          <p:cNvPr id="175" name="Picture 4"/>
          <p:cNvPicPr/>
          <p:nvPr/>
        </p:nvPicPr>
        <p:blipFill>
          <a:blip r:embed="rId2"/>
          <a:stretch/>
        </p:blipFill>
        <p:spPr>
          <a:xfrm>
            <a:off x="4836960" y="5499000"/>
            <a:ext cx="2351160" cy="806400"/>
          </a:xfrm>
          <a:prstGeom prst="rect">
            <a:avLst/>
          </a:prstGeom>
          <a:noFill/>
          <a:ln w="38160">
            <a:noFill/>
          </a:ln>
        </p:spPr>
      </p:pic>
      <p:sp>
        <p:nvSpPr>
          <p:cNvPr id="176" name="Rectangle 7">
            <a:hlinkClick r:id="" action="ppaction://hlinkshowjump?jump=nextslide"/>
          </p:cNvPr>
          <p:cNvSpPr/>
          <p:nvPr/>
        </p:nvSpPr>
        <p:spPr>
          <a:xfrm>
            <a:off x="5219280" y="5690880"/>
            <a:ext cx="1754280" cy="398520"/>
          </a:xfrm>
          <a:prstGeom prst="rect">
            <a:avLst/>
          </a:prstGeom>
          <a:noFill/>
          <a:ln w="38160">
            <a:noFill/>
          </a:ln>
        </p:spPr>
        <p:style>
          <a:lnRef idx="0"/>
          <a:fillRef idx="0"/>
          <a:effectRef idx="0"/>
          <a:fontRef idx="minor"/>
        </p:style>
        <p:txBody>
          <a:bodyPr wrap="none"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2000" b="0" u="none" strike="noStrike">
                <a:solidFill>
                  <a:srgbClr val="FFFFFF"/>
                </a:solidFill>
                <a:effectLst/>
                <a:uFillTx/>
                <a:latin typeface="Open Sans"/>
              </a:rPr>
              <a:t>Узнать ответ</a:t>
            </a:r>
            <a:endParaRPr lang="en-US" sz="2000" b="0" u="none" strike="noStrike">
              <a:solidFill>
                <a:srgbClr val="000000"/>
              </a:solidFill>
              <a:effectLst/>
              <a:uFillTx/>
              <a:latin typeface="Arial"/>
            </a:endParaRPr>
          </a:p>
        </p:txBody>
      </p:sp>
      <p:sp>
        <p:nvSpPr>
          <p:cNvPr id="177" name="Прямоугольник 2"/>
          <p:cNvSpPr/>
          <p:nvPr/>
        </p:nvSpPr>
        <p:spPr>
          <a:xfrm>
            <a:off x="793440" y="3840120"/>
            <a:ext cx="10437840" cy="2043720"/>
          </a:xfrm>
          <a:prstGeom prst="rect">
            <a:avLst/>
          </a:prstGeom>
          <a:noFill/>
          <a:ln w="38160">
            <a:noFill/>
          </a:ln>
        </p:spPr>
        <p:style>
          <a:lnRef idx="0"/>
          <a:fillRef idx="0"/>
          <a:effectRef idx="0"/>
          <a:fontRef idx="minor"/>
        </p:style>
        <p:txBody>
          <a:bodyPr lIns="90000" tIns="46800" rIns="90000" bIns="46800" anchor="t">
            <a:spAutoFit/>
          </a:bodyPr>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3200" b="0" u="none" strike="noStrike">
                <a:solidFill>
                  <a:srgbClr val="FFFFFF"/>
                </a:solidFill>
                <a:effectLst/>
                <a:uFillTx/>
                <a:latin typeface="Arial"/>
              </a:rPr>
              <a:t>Какой известный инженер спроектировал первый постоянный мост через реку Амур в Хабаровске, открытый в 1916 году?</a:t>
            </a:r>
            <a:br>
              <a:rPr sz="3200"/>
            </a:br>
            <a:endParaRPr lang="en-US" sz="3200" b="0" u="none" strike="noStrike">
              <a:solidFill>
                <a:srgbClr val="000000"/>
              </a:solidFill>
              <a:effectLst/>
              <a:uFillTx/>
              <a:latin typeface="Arial"/>
            </a:endParaRPr>
          </a:p>
        </p:txBody>
      </p:sp>
      <p:pic>
        <p:nvPicPr>
          <p:cNvPr id="178" name="Picture 2" descr="Амурское чудо"/>
          <p:cNvPicPr/>
          <p:nvPr/>
        </p:nvPicPr>
        <p:blipFill>
          <a:blip r:embed="rId3"/>
          <a:stretch/>
        </p:blipFill>
        <p:spPr>
          <a:xfrm>
            <a:off x="2998440" y="525240"/>
            <a:ext cx="6194520" cy="3219480"/>
          </a:xfrm>
          <a:prstGeom prst="rect">
            <a:avLst/>
          </a:prstGeom>
          <a:noFill/>
          <a:ln w="38160">
            <a:noFill/>
          </a:ln>
        </p:spPr>
      </p:pic>
    </p:spTree>
  </p:cSld>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79" name="Rectangle 4"/>
          <p:cNvSpPr/>
          <p:nvPr/>
        </p:nvSpPr>
        <p:spPr>
          <a:xfrm>
            <a:off x="4011480" y="5719680"/>
            <a:ext cx="4166640" cy="474480"/>
          </a:xfrm>
          <a:prstGeom prst="rect">
            <a:avLst/>
          </a:prstGeom>
          <a:noFill/>
          <a:ln w="38160">
            <a:noFill/>
          </a:ln>
        </p:spPr>
        <p:style>
          <a:lnRef idx="0"/>
          <a:fillRef idx="0"/>
          <a:effectRef idx="0"/>
          <a:fontRef idx="minor"/>
        </p:style>
        <p:txBody>
          <a:bodyPr wrap="none"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2500" b="0" u="sng" strike="noStrike">
                <a:solidFill>
                  <a:srgbClr val="FFE699"/>
                </a:solidFill>
                <a:effectLst/>
                <a:uFillTx/>
                <a:latin typeface="Open Sans"/>
              </a:rPr>
              <a:t>Вернуться к выбору тем→</a:t>
            </a:r>
            <a:endParaRPr lang="en-US" sz="2500" b="0" u="none" strike="noStrike">
              <a:solidFill>
                <a:srgbClr val="000000"/>
              </a:solidFill>
              <a:effectLst/>
              <a:uFillTx/>
              <a:latin typeface="Arial"/>
            </a:endParaRPr>
          </a:p>
        </p:txBody>
      </p:sp>
      <p:sp>
        <p:nvSpPr>
          <p:cNvPr id="180" name="PlaceHolder 1"/>
          <p:cNvSpPr>
            <a:spLocks noGrp="1"/>
          </p:cNvSpPr>
          <p:nvPr>
            <p:ph type="title"/>
          </p:nvPr>
        </p:nvSpPr>
        <p:spPr>
          <a:xfrm>
            <a:off x="715320" y="4206240"/>
            <a:ext cx="10760040" cy="1513080"/>
          </a:xfrm>
          <a:prstGeom prst="rect">
            <a:avLst/>
          </a:prstGeom>
          <a:noFill/>
          <a:ln w="0">
            <a:noFill/>
          </a:ln>
        </p:spPr>
        <p:txBody>
          <a:bodyPr lIns="91440" tIns="45720" rIns="91440" bIns="4572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3600" b="0" u="none" strike="noStrike">
                <a:solidFill>
                  <a:srgbClr val="FFFFFF"/>
                </a:solidFill>
                <a:effectLst/>
                <a:uFillTx/>
                <a:latin typeface="Arial"/>
              </a:rPr>
              <a:t>Лавр Дмитриевич Проскуряков</a:t>
            </a:r>
            <a:endParaRPr lang="en-US" sz="3600" b="0" u="none" strike="noStrike">
              <a:solidFill>
                <a:srgbClr val="44546A"/>
              </a:solidFill>
              <a:effectLst/>
              <a:uFillTx/>
              <a:latin typeface="Arial"/>
            </a:endParaRPr>
          </a:p>
        </p:txBody>
      </p:sp>
      <p:pic>
        <p:nvPicPr>
          <p:cNvPr id="181" name="Picture 2" descr="Лавр Дмитриевич Проскуряков - ЦМЖТ Музей"/>
          <p:cNvPicPr/>
          <p:nvPr/>
        </p:nvPicPr>
        <p:blipFill>
          <a:blip r:embed="rId2"/>
          <a:stretch/>
        </p:blipFill>
        <p:spPr>
          <a:xfrm>
            <a:off x="4711680" y="555480"/>
            <a:ext cx="2766960" cy="3849480"/>
          </a:xfrm>
          <a:prstGeom prst="rect">
            <a:avLst/>
          </a:prstGeom>
          <a:noFill/>
          <a:ln w="38160">
            <a:noFill/>
          </a:ln>
        </p:spPr>
      </p:pic>
    </p:spTree>
  </p:cSld>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pic>
        <p:nvPicPr>
          <p:cNvPr id="182" name="Picture 4"/>
          <p:cNvPicPr/>
          <p:nvPr/>
        </p:nvPicPr>
        <p:blipFill>
          <a:blip r:embed="rId2"/>
          <a:stretch/>
        </p:blipFill>
        <p:spPr>
          <a:xfrm>
            <a:off x="4836960" y="5499000"/>
            <a:ext cx="2351160" cy="806400"/>
          </a:xfrm>
          <a:prstGeom prst="rect">
            <a:avLst/>
          </a:prstGeom>
          <a:noFill/>
          <a:ln w="38160">
            <a:noFill/>
          </a:ln>
        </p:spPr>
      </p:pic>
      <p:sp>
        <p:nvSpPr>
          <p:cNvPr id="183" name="Rectangle 7">
            <a:hlinkClick r:id="" action="ppaction://hlinkshowjump?jump=nextslide"/>
          </p:cNvPr>
          <p:cNvSpPr/>
          <p:nvPr/>
        </p:nvSpPr>
        <p:spPr>
          <a:xfrm>
            <a:off x="5219280" y="5690880"/>
            <a:ext cx="1754280" cy="398520"/>
          </a:xfrm>
          <a:prstGeom prst="rect">
            <a:avLst/>
          </a:prstGeom>
          <a:noFill/>
          <a:ln w="38160">
            <a:noFill/>
          </a:ln>
        </p:spPr>
        <p:style>
          <a:lnRef idx="0"/>
          <a:fillRef idx="0"/>
          <a:effectRef idx="0"/>
          <a:fontRef idx="minor"/>
        </p:style>
        <p:txBody>
          <a:bodyPr wrap="none"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2000" b="0" u="none" strike="noStrike">
                <a:solidFill>
                  <a:srgbClr val="FFFFFF"/>
                </a:solidFill>
                <a:effectLst/>
                <a:uFillTx/>
                <a:latin typeface="Open Sans"/>
              </a:rPr>
              <a:t>Узнать ответ</a:t>
            </a:r>
            <a:endParaRPr lang="en-US" sz="2000" b="0" u="none" strike="noStrike">
              <a:solidFill>
                <a:srgbClr val="000000"/>
              </a:solidFill>
              <a:effectLst/>
              <a:uFillTx/>
              <a:latin typeface="Arial"/>
            </a:endParaRPr>
          </a:p>
        </p:txBody>
      </p:sp>
      <p:sp>
        <p:nvSpPr>
          <p:cNvPr id="184" name="Прямоугольник 2"/>
          <p:cNvSpPr/>
          <p:nvPr/>
        </p:nvSpPr>
        <p:spPr>
          <a:xfrm>
            <a:off x="-109440" y="552240"/>
            <a:ext cx="8430840" cy="2226600"/>
          </a:xfrm>
          <a:prstGeom prst="rect">
            <a:avLst/>
          </a:prstGeom>
          <a:no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3500" b="0" u="none" strike="noStrike">
                <a:solidFill>
                  <a:srgbClr val="FFFFFF"/>
                </a:solidFill>
                <a:effectLst/>
                <a:uFillTx/>
                <a:latin typeface="Cascadia Code SemiBold"/>
              </a:rPr>
              <a:t>Какие 2 исторические личности изображены на фотографии?</a:t>
            </a:r>
            <a:endParaRPr lang="en-US" sz="3500" b="0" u="none" strike="noStrike">
              <a:solidFill>
                <a:srgbClr val="000000"/>
              </a:solidFill>
              <a:effectLst/>
              <a:uFillTx/>
              <a:latin typeface="Arial"/>
            </a:endParaRPr>
          </a:p>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3500" b="0" u="none" strike="noStrike">
              <a:solidFill>
                <a:srgbClr val="000000"/>
              </a:solidFill>
              <a:effectLst/>
              <a:uFillTx/>
              <a:latin typeface="Arial"/>
            </a:endParaRPr>
          </a:p>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3500" b="0" u="none" strike="noStrike">
              <a:solidFill>
                <a:srgbClr val="000000"/>
              </a:solidFill>
              <a:effectLst/>
              <a:uFillTx/>
              <a:latin typeface="Arial"/>
            </a:endParaRPr>
          </a:p>
        </p:txBody>
      </p:sp>
      <p:sp>
        <p:nvSpPr>
          <p:cNvPr id="185" name="AutoShape 4"/>
          <p:cNvSpPr/>
          <p:nvPr/>
        </p:nvSpPr>
        <p:spPr>
          <a:xfrm>
            <a:off x="5943600" y="3276360"/>
            <a:ext cx="304560" cy="304920"/>
          </a:xfrm>
          <a:prstGeom prst="rect">
            <a:avLst/>
          </a:prstGeom>
          <a:noFill/>
          <a:ln w="3816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Arial"/>
            </a:endParaRPr>
          </a:p>
        </p:txBody>
      </p:sp>
      <p:pic>
        <p:nvPicPr>
          <p:cNvPr id="186" name="Рисунок 6"/>
          <p:cNvPicPr/>
          <p:nvPr/>
        </p:nvPicPr>
        <p:blipFill>
          <a:blip r:embed="rId3"/>
          <a:stretch/>
        </p:blipFill>
        <p:spPr>
          <a:xfrm>
            <a:off x="7916760" y="568080"/>
            <a:ext cx="3614760" cy="4953240"/>
          </a:xfrm>
          <a:prstGeom prst="rect">
            <a:avLst/>
          </a:prstGeom>
          <a:noFill/>
          <a:ln w="38160">
            <a:noFill/>
          </a:ln>
        </p:spPr>
      </p:pic>
    </p:spTree>
  </p:cSld>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87" name="Rectangle 4"/>
          <p:cNvSpPr/>
          <p:nvPr/>
        </p:nvSpPr>
        <p:spPr>
          <a:xfrm>
            <a:off x="4011480" y="5719680"/>
            <a:ext cx="4166640" cy="474480"/>
          </a:xfrm>
          <a:prstGeom prst="rect">
            <a:avLst/>
          </a:prstGeom>
          <a:noFill/>
          <a:ln w="38160">
            <a:noFill/>
          </a:ln>
        </p:spPr>
        <p:style>
          <a:lnRef idx="0"/>
          <a:fillRef idx="0"/>
          <a:effectRef idx="0"/>
          <a:fontRef idx="minor"/>
        </p:style>
        <p:txBody>
          <a:bodyPr wrap="none"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2500" b="0" u="sng" strike="noStrike">
                <a:solidFill>
                  <a:srgbClr val="FFE699"/>
                </a:solidFill>
                <a:effectLst/>
                <a:uFillTx/>
                <a:latin typeface="Open Sans"/>
              </a:rPr>
              <a:t>Вернуться к выбору тем→</a:t>
            </a:r>
            <a:endParaRPr lang="en-US" sz="2500" b="0" u="none" strike="noStrike">
              <a:solidFill>
                <a:srgbClr val="000000"/>
              </a:solidFill>
              <a:effectLst/>
              <a:uFillTx/>
              <a:latin typeface="Arial"/>
            </a:endParaRPr>
          </a:p>
        </p:txBody>
      </p:sp>
      <p:pic>
        <p:nvPicPr>
          <p:cNvPr id="188" name="Рисунок 3"/>
          <p:cNvPicPr/>
          <p:nvPr/>
        </p:nvPicPr>
        <p:blipFill>
          <a:blip r:embed="rId2"/>
          <a:stretch/>
        </p:blipFill>
        <p:spPr>
          <a:xfrm>
            <a:off x="2689200" y="1244520"/>
            <a:ext cx="3070080" cy="4206600"/>
          </a:xfrm>
          <a:prstGeom prst="rect">
            <a:avLst/>
          </a:prstGeom>
          <a:noFill/>
          <a:ln w="38160">
            <a:noFill/>
          </a:ln>
        </p:spPr>
      </p:pic>
      <p:sp>
        <p:nvSpPr>
          <p:cNvPr id="189" name="Прямоугольник 2"/>
          <p:cNvSpPr/>
          <p:nvPr/>
        </p:nvSpPr>
        <p:spPr>
          <a:xfrm>
            <a:off x="510840" y="377640"/>
            <a:ext cx="11122200" cy="1160280"/>
          </a:xfrm>
          <a:prstGeom prst="rect">
            <a:avLst/>
          </a:prstGeom>
          <a:no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3500" b="0" u="none" strike="noStrike">
                <a:solidFill>
                  <a:srgbClr val="FFFFFF"/>
                </a:solidFill>
                <a:effectLst/>
                <a:uFillTx/>
                <a:latin typeface="Cascadia Code SemiBold"/>
              </a:rPr>
              <a:t>Брежнев Л. И. и Хрущев Н. С.</a:t>
            </a:r>
            <a:endParaRPr lang="en-US" sz="3500" b="0" u="none" strike="noStrike">
              <a:solidFill>
                <a:srgbClr val="000000"/>
              </a:solidFill>
              <a:effectLst/>
              <a:uFillTx/>
              <a:latin typeface="Arial"/>
            </a:endParaRPr>
          </a:p>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3500" b="0" u="none" strike="noStrike">
              <a:solidFill>
                <a:srgbClr val="000000"/>
              </a:solidFill>
              <a:effectLst/>
              <a:uFillTx/>
              <a:latin typeface="Arial"/>
            </a:endParaRPr>
          </a:p>
        </p:txBody>
      </p:sp>
      <p:pic>
        <p:nvPicPr>
          <p:cNvPr id="190" name="Рисунок 7"/>
          <p:cNvPicPr/>
          <p:nvPr/>
        </p:nvPicPr>
        <p:blipFill>
          <a:blip r:embed="rId3"/>
          <a:stretch/>
        </p:blipFill>
        <p:spPr>
          <a:xfrm>
            <a:off x="6395760" y="1244520"/>
            <a:ext cx="2946600" cy="4206600"/>
          </a:xfrm>
          <a:prstGeom prst="rect">
            <a:avLst/>
          </a:prstGeom>
          <a:noFill/>
          <a:ln w="38160">
            <a:noFill/>
          </a:ln>
        </p:spPr>
      </p:pic>
    </p:spTree>
  </p:cSld>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pic>
        <p:nvPicPr>
          <p:cNvPr id="191" name="Picture 4"/>
          <p:cNvPicPr/>
          <p:nvPr/>
        </p:nvPicPr>
        <p:blipFill>
          <a:blip r:embed="rId2"/>
          <a:stretch/>
        </p:blipFill>
        <p:spPr>
          <a:xfrm>
            <a:off x="4836960" y="5499000"/>
            <a:ext cx="2351160" cy="806400"/>
          </a:xfrm>
          <a:prstGeom prst="rect">
            <a:avLst/>
          </a:prstGeom>
          <a:noFill/>
          <a:ln w="38160">
            <a:noFill/>
          </a:ln>
        </p:spPr>
      </p:pic>
      <p:sp>
        <p:nvSpPr>
          <p:cNvPr id="192" name="Rectangle 7">
            <a:hlinkClick r:id="" action="ppaction://hlinkshowjump?jump=nextslide"/>
          </p:cNvPr>
          <p:cNvSpPr/>
          <p:nvPr/>
        </p:nvSpPr>
        <p:spPr>
          <a:xfrm>
            <a:off x="5219280" y="5690880"/>
            <a:ext cx="1754280" cy="398520"/>
          </a:xfrm>
          <a:prstGeom prst="rect">
            <a:avLst/>
          </a:prstGeom>
          <a:noFill/>
          <a:ln w="38160">
            <a:noFill/>
          </a:ln>
        </p:spPr>
        <p:style>
          <a:lnRef idx="0"/>
          <a:fillRef idx="0"/>
          <a:effectRef idx="0"/>
          <a:fontRef idx="minor"/>
        </p:style>
        <p:txBody>
          <a:bodyPr wrap="none"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2000" b="0" u="none" strike="noStrike">
                <a:solidFill>
                  <a:srgbClr val="FFFFFF"/>
                </a:solidFill>
                <a:effectLst/>
                <a:uFillTx/>
                <a:latin typeface="Open Sans"/>
              </a:rPr>
              <a:t>Узнать ответ</a:t>
            </a:r>
            <a:endParaRPr lang="en-US" sz="2000" b="0" u="none" strike="noStrike">
              <a:solidFill>
                <a:srgbClr val="000000"/>
              </a:solidFill>
              <a:effectLst/>
              <a:uFillTx/>
              <a:latin typeface="Arial"/>
            </a:endParaRPr>
          </a:p>
        </p:txBody>
      </p:sp>
      <p:sp>
        <p:nvSpPr>
          <p:cNvPr id="193" name="Прямоугольник 2"/>
          <p:cNvSpPr/>
          <p:nvPr/>
        </p:nvSpPr>
        <p:spPr>
          <a:xfrm>
            <a:off x="793440" y="552240"/>
            <a:ext cx="10437840" cy="1068840"/>
          </a:xfrm>
          <a:prstGeom prst="rect">
            <a:avLst/>
          </a:prstGeom>
          <a:noFill/>
          <a:ln w="38160">
            <a:noFill/>
          </a:ln>
        </p:spPr>
        <p:style>
          <a:lnRef idx="0"/>
          <a:fillRef idx="0"/>
          <a:effectRef idx="0"/>
          <a:fontRef idx="minor"/>
        </p:style>
        <p:txBody>
          <a:bodyPr lIns="90000" tIns="46800" rIns="90000" bIns="46800" anchor="t">
            <a:spAutoFit/>
          </a:bodyPr>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3200" b="0" u="none" strike="noStrike">
                <a:solidFill>
                  <a:srgbClr val="FFFFFF"/>
                </a:solidFill>
                <a:effectLst/>
                <a:uFillTx/>
                <a:latin typeface="Arial"/>
              </a:rPr>
              <a:t>Текст</a:t>
            </a:r>
            <a:br>
              <a:rPr sz="3200"/>
            </a:br>
            <a:endParaRPr lang="en-US" sz="3200" b="0" u="none" strike="noStrike">
              <a:solidFill>
                <a:srgbClr val="000000"/>
              </a:solidFill>
              <a:effectLst/>
              <a:uFillTx/>
              <a:latin typeface="Arial"/>
            </a:endParaRPr>
          </a:p>
        </p:txBody>
      </p:sp>
    </p:spTree>
  </p:cSld>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94" name="Rectangle 4"/>
          <p:cNvSpPr/>
          <p:nvPr/>
        </p:nvSpPr>
        <p:spPr>
          <a:xfrm>
            <a:off x="4011480" y="5719680"/>
            <a:ext cx="4166640" cy="474480"/>
          </a:xfrm>
          <a:prstGeom prst="rect">
            <a:avLst/>
          </a:prstGeom>
          <a:noFill/>
          <a:ln w="38160">
            <a:noFill/>
          </a:ln>
        </p:spPr>
        <p:style>
          <a:lnRef idx="0"/>
          <a:fillRef idx="0"/>
          <a:effectRef idx="0"/>
          <a:fontRef idx="minor"/>
        </p:style>
        <p:txBody>
          <a:bodyPr wrap="none"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2500" b="0" u="sng" strike="noStrike">
                <a:solidFill>
                  <a:srgbClr val="FFE699"/>
                </a:solidFill>
                <a:effectLst/>
                <a:uFillTx/>
                <a:latin typeface="Open Sans"/>
              </a:rPr>
              <a:t>Вернуться к выбору тем→</a:t>
            </a:r>
            <a:endParaRPr lang="en-US" sz="2500" b="0" u="none" strike="noStrike">
              <a:solidFill>
                <a:srgbClr val="000000"/>
              </a:solidFill>
              <a:effectLst/>
              <a:uFillTx/>
              <a:latin typeface="Arial"/>
            </a:endParaRPr>
          </a:p>
        </p:txBody>
      </p:sp>
      <p:sp>
        <p:nvSpPr>
          <p:cNvPr id="195" name="PlaceHolder 1"/>
          <p:cNvSpPr>
            <a:spLocks noGrp="1"/>
          </p:cNvSpPr>
          <p:nvPr>
            <p:ph type="title"/>
          </p:nvPr>
        </p:nvSpPr>
        <p:spPr>
          <a:xfrm>
            <a:off x="715320" y="2442600"/>
            <a:ext cx="10760040" cy="1513080"/>
          </a:xfrm>
          <a:prstGeom prst="rect">
            <a:avLst/>
          </a:prstGeom>
          <a:noFill/>
          <a:ln w="0">
            <a:noFill/>
          </a:ln>
        </p:spPr>
        <p:txBody>
          <a:bodyPr lIns="91440" tIns="45720" rIns="91440" bIns="4572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sz="4400" b="0" u="none" strike="noStrike">
                <a:solidFill>
                  <a:srgbClr val="FFFFFF"/>
                </a:solidFill>
                <a:effectLst/>
                <a:uFillTx/>
                <a:latin typeface="Arial"/>
              </a:rPr>
              <a:t>Текст</a:t>
            </a:r>
            <a:endParaRPr lang="en-US" sz="4400" b="0" u="none" strike="noStrike">
              <a:solidFill>
                <a:srgbClr val="44546A"/>
              </a:solidFill>
              <a:effectLst/>
              <a:uFillTx/>
              <a:latin typeface="Arial"/>
            </a:endParaRPr>
          </a:p>
        </p:txBody>
      </p:sp>
    </p:spTree>
  </p:cSld>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64</TotalTime>
  <Application>LibreOfficeDev/26.8.0.0.alpha0$Linux_X86_64 LibreOffice_project/2c87e51eeaa2b413ff4ae097b2705eea1995d8e5</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2017-04-04T09:27:00Z</dcterms:created>
  <dc:creator>Olga Kokoulina</dc:creator>
  <dc:description/>
  <dc:language>en-US</dc:language>
  <cp:lastModifiedBy>polichkatim@gmail.com</cp:lastModifiedBy>
  <dcterms:modified xsi:type="dcterms:W3CDTF">2025-11-13T13:09:39Z</dcterms:modified>
  <cp:revision>113</cp:revision>
  <dc:subject/>
  <dc:title>СВОЯ ИГРА</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F2CB6D5A-1B8B-4A8E-ADC4-3A0669CDCAD4</vt:lpwstr>
  </property>
  <property fmtid="{D5CDD505-2E9C-101B-9397-08002B2CF9AE}" pid="3" name="ArticulatePath">
    <vt:lpwstr>Презентация2</vt:lpwstr>
  </property>
  <property fmtid="{D5CDD505-2E9C-101B-9397-08002B2CF9AE}" pid="4" name="ICV">
    <vt:lpwstr>07E71BADD1FD4D19AAF34303C5D96455_13</vt:lpwstr>
  </property>
  <property fmtid="{D5CDD505-2E9C-101B-9397-08002B2CF9AE}" pid="5" name="KSOProductBuildVer">
    <vt:lpwstr>1049-12.2.0.23155</vt:lpwstr>
  </property>
</Properties>
</file>